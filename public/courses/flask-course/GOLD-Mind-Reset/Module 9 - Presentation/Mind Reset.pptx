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embedTrueTypeFonts="1" strictFirstAndLastChars="0" saveSubsetFonts="1">
  <p:sldMasterIdLst>
    <p:sldMasterId id="2147483654"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Lst>
  <p:sldSz cy="5143500" cx="9144000"/>
  <p:notesSz cx="6858000" cy="9144000"/>
  <p:embeddedFontLst>
    <p:embeddedFont>
      <p:font typeface="Caveat"/>
      <p:regular r:id="rId26"/>
      <p:bold r:id="rId27"/>
    </p:embeddedFont>
    <p:embeddedFont>
      <p:font typeface="Poppins"/>
      <p:regular r:id="rId28"/>
      <p:bold r:id="rId29"/>
      <p:italic r:id="rId30"/>
      <p:boldItalic r:id="rId31"/>
    </p:embeddedFont>
    <p:embeddedFont>
      <p:font typeface="Pacifico"/>
      <p:regular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Caveat-regular.fntdata"/><Relationship Id="rId25" Type="http://schemas.openxmlformats.org/officeDocument/2006/relationships/slide" Target="slides/slide21.xml"/><Relationship Id="rId28" Type="http://schemas.openxmlformats.org/officeDocument/2006/relationships/font" Target="fonts/Poppins-regular.fntdata"/><Relationship Id="rId27" Type="http://schemas.openxmlformats.org/officeDocument/2006/relationships/font" Target="fonts/Caveat-bold.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Poppins-bold.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Poppins-boldItalic.fntdata"/><Relationship Id="rId30" Type="http://schemas.openxmlformats.org/officeDocument/2006/relationships/font" Target="fonts/Poppins-italic.fntdata"/><Relationship Id="rId11" Type="http://schemas.openxmlformats.org/officeDocument/2006/relationships/slide" Target="slides/slide7.xml"/><Relationship Id="rId10" Type="http://schemas.openxmlformats.org/officeDocument/2006/relationships/slide" Target="slides/slide6.xml"/><Relationship Id="rId32" Type="http://schemas.openxmlformats.org/officeDocument/2006/relationships/font" Target="fonts/Pacifico-regular.fntdata"/><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 name="Shape 2"/>
        <p:cNvGrpSpPr/>
        <p:nvPr/>
      </p:nvGrpSpPr>
      <p:grpSpPr>
        <a:xfrm>
          <a:off x="0" y="0"/>
          <a:ext cx="0" cy="0"/>
          <a:chOff x="0" y="0"/>
          <a:chExt cx="0" cy="0"/>
        </a:xfrm>
      </p:grpSpPr>
      <p:sp>
        <p:nvSpPr>
          <p:cNvPr id="3" name="Google Shape;3;n"/>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0" name="Shape 30"/>
        <p:cNvGrpSpPr/>
        <p:nvPr/>
      </p:nvGrpSpPr>
      <p:grpSpPr>
        <a:xfrm>
          <a:off x="0" y="0"/>
          <a:ext cx="0" cy="0"/>
          <a:chOff x="0" y="0"/>
          <a:chExt cx="0" cy="0"/>
        </a:xfrm>
      </p:grpSpPr>
      <p:sp>
        <p:nvSpPr>
          <p:cNvPr id="31" name="Google Shape;31;p: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2" name="Google Shape;3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5" name="Shape 35"/>
        <p:cNvGrpSpPr/>
        <p:nvPr/>
      </p:nvGrpSpPr>
      <p:grpSpPr>
        <a:xfrm>
          <a:off x="0" y="0"/>
          <a:ext cx="0" cy="0"/>
          <a:chOff x="0" y="0"/>
          <a:chExt cx="0" cy="0"/>
        </a:xfrm>
      </p:grpSpPr>
      <p:sp>
        <p:nvSpPr>
          <p:cNvPr id="36" name="Google Shape;36;g54b4a8583_028: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7" name="Google Shape;37;g54b4a8583_0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1" name="Shape 41"/>
        <p:cNvGrpSpPr/>
        <p:nvPr/>
      </p:nvGrpSpPr>
      <p:grpSpPr>
        <a:xfrm>
          <a:off x="0" y="0"/>
          <a:ext cx="0" cy="0"/>
          <a:chOff x="0" y="0"/>
          <a:chExt cx="0" cy="0"/>
        </a:xfrm>
      </p:grpSpPr>
      <p:sp>
        <p:nvSpPr>
          <p:cNvPr id="42" name="Google Shape;42;g54b4a8583_034: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3" name="Google Shape;43;g54b4a8583_0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7" name="Shape 47"/>
        <p:cNvGrpSpPr/>
        <p:nvPr/>
      </p:nvGrpSpPr>
      <p:grpSpPr>
        <a:xfrm>
          <a:off x="0" y="0"/>
          <a:ext cx="0" cy="0"/>
          <a:chOff x="0" y="0"/>
          <a:chExt cx="0" cy="0"/>
        </a:xfrm>
      </p:grpSpPr>
      <p:sp>
        <p:nvSpPr>
          <p:cNvPr id="48" name="Google Shape;48;g54b4a8583_04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9" name="Google Shape;49;g54b4a8583_0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3" name="Shape 53"/>
        <p:cNvGrpSpPr/>
        <p:nvPr/>
      </p:nvGrpSpPr>
      <p:grpSpPr>
        <a:xfrm>
          <a:off x="0" y="0"/>
          <a:ext cx="0" cy="0"/>
          <a:chOff x="0" y="0"/>
          <a:chExt cx="0" cy="0"/>
        </a:xfrm>
      </p:grpSpPr>
      <p:sp>
        <p:nvSpPr>
          <p:cNvPr id="54" name="Google Shape;54;g54b4a8583_04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5" name="Google Shape;55;g54b4a8583_0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9" name="Shape 59"/>
        <p:cNvGrpSpPr/>
        <p:nvPr/>
      </p:nvGrpSpPr>
      <p:grpSpPr>
        <a:xfrm>
          <a:off x="0" y="0"/>
          <a:ext cx="0" cy="0"/>
          <a:chOff x="0" y="0"/>
          <a:chExt cx="0" cy="0"/>
        </a:xfrm>
      </p:grpSpPr>
      <p:sp>
        <p:nvSpPr>
          <p:cNvPr id="60" name="Google Shape;60;g54b4a8583_05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g54b4a8583_0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65" name="Shape 65"/>
        <p:cNvGrpSpPr/>
        <p:nvPr/>
      </p:nvGrpSpPr>
      <p:grpSpPr>
        <a:xfrm>
          <a:off x="0" y="0"/>
          <a:ext cx="0" cy="0"/>
          <a:chOff x="0" y="0"/>
          <a:chExt cx="0" cy="0"/>
        </a:xfrm>
      </p:grpSpPr>
      <p:sp>
        <p:nvSpPr>
          <p:cNvPr id="66" name="Google Shape;66;g54b4a8583_058: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54b4a8583_0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71" name="Shape 71"/>
        <p:cNvGrpSpPr/>
        <p:nvPr/>
      </p:nvGrpSpPr>
      <p:grpSpPr>
        <a:xfrm>
          <a:off x="0" y="0"/>
          <a:ext cx="0" cy="0"/>
          <a:chOff x="0" y="0"/>
          <a:chExt cx="0" cy="0"/>
        </a:xfrm>
      </p:grpSpPr>
      <p:sp>
        <p:nvSpPr>
          <p:cNvPr id="72" name="Google Shape;72;g54b4a8583_064: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54b4a8583_0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77" name="Shape 77"/>
        <p:cNvGrpSpPr/>
        <p:nvPr/>
      </p:nvGrpSpPr>
      <p:grpSpPr>
        <a:xfrm>
          <a:off x="0" y="0"/>
          <a:ext cx="0" cy="0"/>
          <a:chOff x="0" y="0"/>
          <a:chExt cx="0" cy="0"/>
        </a:xfrm>
      </p:grpSpPr>
      <p:sp>
        <p:nvSpPr>
          <p:cNvPr id="78" name="Google Shape;78;g54b4a8583_07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54b4a8583_0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83" name="Shape 83"/>
        <p:cNvGrpSpPr/>
        <p:nvPr/>
      </p:nvGrpSpPr>
      <p:grpSpPr>
        <a:xfrm>
          <a:off x="0" y="0"/>
          <a:ext cx="0" cy="0"/>
          <a:chOff x="0" y="0"/>
          <a:chExt cx="0" cy="0"/>
        </a:xfrm>
      </p:grpSpPr>
      <p:sp>
        <p:nvSpPr>
          <p:cNvPr id="84" name="Google Shape;84;g54b4a8583_07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54b4a8583_0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89" name="Shape 89"/>
        <p:cNvGrpSpPr/>
        <p:nvPr/>
      </p:nvGrpSpPr>
      <p:grpSpPr>
        <a:xfrm>
          <a:off x="0" y="0"/>
          <a:ext cx="0" cy="0"/>
          <a:chOff x="0" y="0"/>
          <a:chExt cx="0" cy="0"/>
        </a:xfrm>
      </p:grpSpPr>
      <p:sp>
        <p:nvSpPr>
          <p:cNvPr id="90" name="Google Shape;90;g54b4a8583_08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54b4a8583_0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95" name="Shape 95"/>
        <p:cNvGrpSpPr/>
        <p:nvPr/>
      </p:nvGrpSpPr>
      <p:grpSpPr>
        <a:xfrm>
          <a:off x="0" y="0"/>
          <a:ext cx="0" cy="0"/>
          <a:chOff x="0" y="0"/>
          <a:chExt cx="0" cy="0"/>
        </a:xfrm>
      </p:grpSpPr>
      <p:sp>
        <p:nvSpPr>
          <p:cNvPr id="96" name="Google Shape;96;g54b4a8583_088: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54b4a8583_0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01" name="Shape 101"/>
        <p:cNvGrpSpPr/>
        <p:nvPr/>
      </p:nvGrpSpPr>
      <p:grpSpPr>
        <a:xfrm>
          <a:off x="0" y="0"/>
          <a:ext cx="0" cy="0"/>
          <a:chOff x="0" y="0"/>
          <a:chExt cx="0" cy="0"/>
        </a:xfrm>
      </p:grpSpPr>
      <p:sp>
        <p:nvSpPr>
          <p:cNvPr id="102" name="Google Shape;102;g54b4a8583_09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54b4a8583_0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07" name="Shape 107"/>
        <p:cNvGrpSpPr/>
        <p:nvPr/>
      </p:nvGrpSpPr>
      <p:grpSpPr>
        <a:xfrm>
          <a:off x="0" y="0"/>
          <a:ext cx="0" cy="0"/>
          <a:chOff x="0" y="0"/>
          <a:chExt cx="0" cy="0"/>
        </a:xfrm>
      </p:grpSpPr>
      <p:sp>
        <p:nvSpPr>
          <p:cNvPr id="108" name="Google Shape;108;g54b4a8583_010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54b4a8583_0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13" name="Shape 113"/>
        <p:cNvGrpSpPr/>
        <p:nvPr/>
      </p:nvGrpSpPr>
      <p:grpSpPr>
        <a:xfrm>
          <a:off x="0" y="0"/>
          <a:ext cx="0" cy="0"/>
          <a:chOff x="0" y="0"/>
          <a:chExt cx="0" cy="0"/>
        </a:xfrm>
      </p:grpSpPr>
      <p:sp>
        <p:nvSpPr>
          <p:cNvPr id="114" name="Google Shape;114;g54b4a8583_010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54b4a8583_0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19" name="Shape 119"/>
        <p:cNvGrpSpPr/>
        <p:nvPr/>
      </p:nvGrpSpPr>
      <p:grpSpPr>
        <a:xfrm>
          <a:off x="0" y="0"/>
          <a:ext cx="0" cy="0"/>
          <a:chOff x="0" y="0"/>
          <a:chExt cx="0" cy="0"/>
        </a:xfrm>
      </p:grpSpPr>
      <p:sp>
        <p:nvSpPr>
          <p:cNvPr id="120" name="Google Shape;120;g54b4a8583_011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54b4a8583_0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25" name="Shape 125"/>
        <p:cNvGrpSpPr/>
        <p:nvPr/>
      </p:nvGrpSpPr>
      <p:grpSpPr>
        <a:xfrm>
          <a:off x="0" y="0"/>
          <a:ext cx="0" cy="0"/>
          <a:chOff x="0" y="0"/>
          <a:chExt cx="0" cy="0"/>
        </a:xfrm>
      </p:grpSpPr>
      <p:sp>
        <p:nvSpPr>
          <p:cNvPr id="126" name="Google Shape;126;g8d0b7625c_03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8d0b7625c_0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31" name="Shape 131"/>
        <p:cNvGrpSpPr/>
        <p:nvPr/>
      </p:nvGrpSpPr>
      <p:grpSpPr>
        <a:xfrm>
          <a:off x="0" y="0"/>
          <a:ext cx="0" cy="0"/>
          <a:chOff x="0" y="0"/>
          <a:chExt cx="0" cy="0"/>
        </a:xfrm>
      </p:grpSpPr>
      <p:sp>
        <p:nvSpPr>
          <p:cNvPr id="132" name="Google Shape;132;g54b4a8583_011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54b4a8583_0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37" name="Shape 137"/>
        <p:cNvGrpSpPr/>
        <p:nvPr/>
      </p:nvGrpSpPr>
      <p:grpSpPr>
        <a:xfrm>
          <a:off x="0" y="0"/>
          <a:ext cx="0" cy="0"/>
          <a:chOff x="0" y="0"/>
          <a:chExt cx="0" cy="0"/>
        </a:xfrm>
      </p:grpSpPr>
      <p:sp>
        <p:nvSpPr>
          <p:cNvPr id="138" name="Google Shape;138;g54b4a8583_0128: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54b4a8583_0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43" name="Shape 143"/>
        <p:cNvGrpSpPr/>
        <p:nvPr/>
      </p:nvGrpSpPr>
      <p:grpSpPr>
        <a:xfrm>
          <a:off x="0" y="0"/>
          <a:ext cx="0" cy="0"/>
          <a:chOff x="0" y="0"/>
          <a:chExt cx="0" cy="0"/>
        </a:xfrm>
      </p:grpSpPr>
      <p:sp>
        <p:nvSpPr>
          <p:cNvPr id="144" name="Google Shape;144;g54b4a8583_0134: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54b4a8583_0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49" name="Shape 149"/>
        <p:cNvGrpSpPr/>
        <p:nvPr/>
      </p:nvGrpSpPr>
      <p:grpSpPr>
        <a:xfrm>
          <a:off x="0" y="0"/>
          <a:ext cx="0" cy="0"/>
          <a:chOff x="0" y="0"/>
          <a:chExt cx="0" cy="0"/>
        </a:xfrm>
      </p:grpSpPr>
      <p:sp>
        <p:nvSpPr>
          <p:cNvPr id="150" name="Google Shape;150;g54b4a8583_014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54b4a8583_0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type="title">
  <p:cSld name="TITLE">
    <p:spTree>
      <p:nvGrpSpPr>
        <p:cNvPr id="9" name="Shape 9"/>
        <p:cNvGrpSpPr/>
        <p:nvPr/>
      </p:nvGrpSpPr>
      <p:grpSpPr>
        <a:xfrm>
          <a:off x="0" y="0"/>
          <a:ext cx="0" cy="0"/>
          <a:chOff x="0" y="0"/>
          <a:chExt cx="0" cy="0"/>
        </a:xfrm>
      </p:grpSpPr>
      <p:sp>
        <p:nvSpPr>
          <p:cNvPr id="10" name="Google Shape;10;p2"/>
          <p:cNvSpPr txBox="1"/>
          <p:nvPr>
            <p:ph idx="1" type="subTitle"/>
          </p:nvPr>
        </p:nvSpPr>
        <p:spPr>
          <a:xfrm>
            <a:off x="685800" y="2840053"/>
            <a:ext cx="7772400" cy="7848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2"/>
              </a:buClr>
              <a:buSzPts val="3000"/>
              <a:buNone/>
              <a:defRPr>
                <a:solidFill>
                  <a:schemeClr val="dk2"/>
                </a:solidFill>
              </a:defRPr>
            </a:lvl1pPr>
            <a:lvl2pPr lvl="1" algn="ctr">
              <a:spcBef>
                <a:spcPts val="0"/>
              </a:spcBef>
              <a:spcAft>
                <a:spcPts val="0"/>
              </a:spcAft>
              <a:buClr>
                <a:schemeClr val="dk2"/>
              </a:buClr>
              <a:buSzPts val="3000"/>
              <a:buNone/>
              <a:defRPr sz="3000">
                <a:solidFill>
                  <a:schemeClr val="dk2"/>
                </a:solidFill>
              </a:defRPr>
            </a:lvl2pPr>
            <a:lvl3pPr lvl="2" algn="ctr">
              <a:spcBef>
                <a:spcPts val="0"/>
              </a:spcBef>
              <a:spcAft>
                <a:spcPts val="0"/>
              </a:spcAft>
              <a:buClr>
                <a:schemeClr val="dk2"/>
              </a:buClr>
              <a:buSzPts val="3000"/>
              <a:buNone/>
              <a:defRPr sz="3000">
                <a:solidFill>
                  <a:schemeClr val="dk2"/>
                </a:solidFill>
              </a:defRPr>
            </a:lvl3pPr>
            <a:lvl4pPr lvl="3" algn="ctr">
              <a:spcBef>
                <a:spcPts val="0"/>
              </a:spcBef>
              <a:spcAft>
                <a:spcPts val="0"/>
              </a:spcAft>
              <a:buClr>
                <a:schemeClr val="dk2"/>
              </a:buClr>
              <a:buSzPts val="3000"/>
              <a:buNone/>
              <a:defRPr sz="3000">
                <a:solidFill>
                  <a:schemeClr val="dk2"/>
                </a:solidFill>
              </a:defRPr>
            </a:lvl4pPr>
            <a:lvl5pPr lvl="4" algn="ctr">
              <a:spcBef>
                <a:spcPts val="0"/>
              </a:spcBef>
              <a:spcAft>
                <a:spcPts val="0"/>
              </a:spcAft>
              <a:buClr>
                <a:schemeClr val="dk2"/>
              </a:buClr>
              <a:buSzPts val="3000"/>
              <a:buNone/>
              <a:defRPr sz="3000">
                <a:solidFill>
                  <a:schemeClr val="dk2"/>
                </a:solidFill>
              </a:defRPr>
            </a:lvl5pPr>
            <a:lvl6pPr lvl="5" algn="ctr">
              <a:spcBef>
                <a:spcPts val="0"/>
              </a:spcBef>
              <a:spcAft>
                <a:spcPts val="0"/>
              </a:spcAft>
              <a:buClr>
                <a:schemeClr val="dk2"/>
              </a:buClr>
              <a:buSzPts val="3000"/>
              <a:buNone/>
              <a:defRPr sz="3000">
                <a:solidFill>
                  <a:schemeClr val="dk2"/>
                </a:solidFill>
              </a:defRPr>
            </a:lvl6pPr>
            <a:lvl7pPr lvl="6" algn="ctr">
              <a:spcBef>
                <a:spcPts val="0"/>
              </a:spcBef>
              <a:spcAft>
                <a:spcPts val="0"/>
              </a:spcAft>
              <a:buClr>
                <a:schemeClr val="dk2"/>
              </a:buClr>
              <a:buSzPts val="3000"/>
              <a:buNone/>
              <a:defRPr sz="3000">
                <a:solidFill>
                  <a:schemeClr val="dk2"/>
                </a:solidFill>
              </a:defRPr>
            </a:lvl7pPr>
            <a:lvl8pPr lvl="7" algn="ctr">
              <a:spcBef>
                <a:spcPts val="0"/>
              </a:spcBef>
              <a:spcAft>
                <a:spcPts val="0"/>
              </a:spcAft>
              <a:buClr>
                <a:schemeClr val="dk2"/>
              </a:buClr>
              <a:buSzPts val="3000"/>
              <a:buNone/>
              <a:defRPr sz="3000">
                <a:solidFill>
                  <a:schemeClr val="dk2"/>
                </a:solidFill>
              </a:defRPr>
            </a:lvl8pPr>
            <a:lvl9pPr lvl="8" algn="ctr">
              <a:spcBef>
                <a:spcPts val="0"/>
              </a:spcBef>
              <a:spcAft>
                <a:spcPts val="0"/>
              </a:spcAft>
              <a:buClr>
                <a:schemeClr val="dk2"/>
              </a:buClr>
              <a:buSzPts val="3000"/>
              <a:buNone/>
              <a:defRPr sz="3000">
                <a:solidFill>
                  <a:schemeClr val="dk2"/>
                </a:solidFill>
              </a:defRPr>
            </a:lvl9pPr>
          </a:lstStyle>
          <a:p/>
        </p:txBody>
      </p:sp>
      <p:sp>
        <p:nvSpPr>
          <p:cNvPr id="11" name="Google Shape;11;p2"/>
          <p:cNvSpPr txBox="1"/>
          <p:nvPr>
            <p:ph type="ctrTitle"/>
          </p:nvPr>
        </p:nvSpPr>
        <p:spPr>
          <a:xfrm>
            <a:off x="685800" y="1583342"/>
            <a:ext cx="7772400" cy="1159800"/>
          </a:xfrm>
          <a:prstGeom prst="rect">
            <a:avLst/>
          </a:prstGeom>
        </p:spPr>
        <p:txBody>
          <a:bodyPr anchorCtr="0" anchor="b" bIns="91425" lIns="91425" spcFirstLastPara="1" rIns="91425" wrap="square" tIns="91425">
            <a:no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2" name="Google Shape;12;p2"/>
          <p:cNvSpPr txBox="1"/>
          <p:nvPr>
            <p:ph idx="12" type="sldNum"/>
          </p:nvPr>
        </p:nvSpPr>
        <p:spPr>
          <a:xfrm>
            <a:off x="8556791"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body" type="tx">
  <p:cSld name="TITLE_AND_BODY">
    <p:spTree>
      <p:nvGrpSpPr>
        <p:cNvPr id="13" name="Shape 13"/>
        <p:cNvGrpSpPr/>
        <p:nvPr/>
      </p:nvGrpSpPr>
      <p:grpSpPr>
        <a:xfrm>
          <a:off x="0" y="0"/>
          <a:ext cx="0" cy="0"/>
          <a:chOff x="0" y="0"/>
          <a:chExt cx="0" cy="0"/>
        </a:xfrm>
      </p:grpSpPr>
      <p:sp>
        <p:nvSpPr>
          <p:cNvPr id="14" name="Google Shape;14;p3"/>
          <p:cNvSpPr txBox="1"/>
          <p:nvPr>
            <p:ph type="title"/>
          </p:nvPr>
        </p:nvSpPr>
        <p:spPr>
          <a:xfrm>
            <a:off x="457200" y="205978"/>
            <a:ext cx="8229600" cy="857400"/>
          </a:xfrm>
          <a:prstGeom prst="rect">
            <a:avLst/>
          </a:prstGeom>
        </p:spPr>
        <p:txBody>
          <a:bodyPr anchorCtr="0" anchor="b"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15" name="Google Shape;15;p3"/>
          <p:cNvSpPr txBox="1"/>
          <p:nvPr>
            <p:ph idx="1" type="body"/>
          </p:nvPr>
        </p:nvSpPr>
        <p:spPr>
          <a:xfrm>
            <a:off x="457200" y="1200150"/>
            <a:ext cx="8229600" cy="3725700"/>
          </a:xfrm>
          <a:prstGeom prst="rect">
            <a:avLst/>
          </a:prstGeom>
        </p:spPr>
        <p:txBody>
          <a:bodyPr anchorCtr="0" anchor="t" bIns="91425" lIns="91425" spcFirstLastPara="1" rIns="91425" wrap="square" tIns="91425">
            <a:noAutofit/>
          </a:bodyPr>
          <a:lstStyle>
            <a:lvl1pPr indent="-419100" lvl="0" marL="457200">
              <a:spcBef>
                <a:spcPts val="600"/>
              </a:spcBef>
              <a:spcAft>
                <a:spcPts val="0"/>
              </a:spcAft>
              <a:buSzPts val="3000"/>
              <a:buChar char="●"/>
              <a:defRPr/>
            </a:lvl1pPr>
            <a:lvl2pPr indent="-381000" lvl="1" marL="914400">
              <a:spcBef>
                <a:spcPts val="0"/>
              </a:spcBef>
              <a:spcAft>
                <a:spcPts val="0"/>
              </a:spcAft>
              <a:buSzPts val="2400"/>
              <a:buChar char="○"/>
              <a:defRPr/>
            </a:lvl2pPr>
            <a:lvl3pPr indent="-381000" lvl="2" marL="1371600">
              <a:spcBef>
                <a:spcPts val="0"/>
              </a:spcBef>
              <a:spcAft>
                <a:spcPts val="0"/>
              </a:spcAft>
              <a:buSzPts val="24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6" name="Google Shape;16;p3"/>
          <p:cNvSpPr txBox="1"/>
          <p:nvPr>
            <p:ph idx="12" type="sldNum"/>
          </p:nvPr>
        </p:nvSpPr>
        <p:spPr>
          <a:xfrm>
            <a:off x="8556791"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two columns" type="twoColTx">
  <p:cSld name="TITLE_AND_TWO_COLUMNS">
    <p:spTree>
      <p:nvGrpSpPr>
        <p:cNvPr id="17" name="Shape 17"/>
        <p:cNvGrpSpPr/>
        <p:nvPr/>
      </p:nvGrpSpPr>
      <p:grpSpPr>
        <a:xfrm>
          <a:off x="0" y="0"/>
          <a:ext cx="0" cy="0"/>
          <a:chOff x="0" y="0"/>
          <a:chExt cx="0" cy="0"/>
        </a:xfrm>
      </p:grpSpPr>
      <p:sp>
        <p:nvSpPr>
          <p:cNvPr id="18" name="Google Shape;18;p4"/>
          <p:cNvSpPr txBox="1"/>
          <p:nvPr>
            <p:ph type="title"/>
          </p:nvPr>
        </p:nvSpPr>
        <p:spPr>
          <a:xfrm>
            <a:off x="457200" y="205978"/>
            <a:ext cx="8229600" cy="857400"/>
          </a:xfrm>
          <a:prstGeom prst="rect">
            <a:avLst/>
          </a:prstGeom>
        </p:spPr>
        <p:txBody>
          <a:bodyPr anchorCtr="0" anchor="b"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19" name="Google Shape;19;p4"/>
          <p:cNvSpPr txBox="1"/>
          <p:nvPr>
            <p:ph idx="1" type="body"/>
          </p:nvPr>
        </p:nvSpPr>
        <p:spPr>
          <a:xfrm>
            <a:off x="457200" y="1200150"/>
            <a:ext cx="3994500" cy="3725700"/>
          </a:xfrm>
          <a:prstGeom prst="rect">
            <a:avLst/>
          </a:prstGeom>
        </p:spPr>
        <p:txBody>
          <a:bodyPr anchorCtr="0" anchor="t" bIns="91425" lIns="91425" spcFirstLastPara="1" rIns="91425" wrap="square" tIns="91425">
            <a:noAutofit/>
          </a:bodyPr>
          <a:lstStyle>
            <a:lvl1pPr indent="-419100" lvl="0" marL="457200">
              <a:spcBef>
                <a:spcPts val="600"/>
              </a:spcBef>
              <a:spcAft>
                <a:spcPts val="0"/>
              </a:spcAft>
              <a:buSzPts val="3000"/>
              <a:buChar char="●"/>
              <a:defRPr/>
            </a:lvl1pPr>
            <a:lvl2pPr indent="-381000" lvl="1" marL="914400">
              <a:spcBef>
                <a:spcPts val="0"/>
              </a:spcBef>
              <a:spcAft>
                <a:spcPts val="0"/>
              </a:spcAft>
              <a:buSzPts val="2400"/>
              <a:buChar char="○"/>
              <a:defRPr/>
            </a:lvl2pPr>
            <a:lvl3pPr indent="-381000" lvl="2" marL="1371600">
              <a:spcBef>
                <a:spcPts val="0"/>
              </a:spcBef>
              <a:spcAft>
                <a:spcPts val="0"/>
              </a:spcAft>
              <a:buSzPts val="24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20" name="Google Shape;20;p4"/>
          <p:cNvSpPr txBox="1"/>
          <p:nvPr>
            <p:ph idx="2" type="body"/>
          </p:nvPr>
        </p:nvSpPr>
        <p:spPr>
          <a:xfrm>
            <a:off x="4692274" y="1200150"/>
            <a:ext cx="3994500" cy="3725700"/>
          </a:xfrm>
          <a:prstGeom prst="rect">
            <a:avLst/>
          </a:prstGeom>
        </p:spPr>
        <p:txBody>
          <a:bodyPr anchorCtr="0" anchor="t" bIns="91425" lIns="91425" spcFirstLastPara="1" rIns="91425" wrap="square" tIns="91425">
            <a:noAutofit/>
          </a:bodyPr>
          <a:lstStyle>
            <a:lvl1pPr indent="-419100" lvl="0" marL="457200">
              <a:spcBef>
                <a:spcPts val="600"/>
              </a:spcBef>
              <a:spcAft>
                <a:spcPts val="0"/>
              </a:spcAft>
              <a:buSzPts val="3000"/>
              <a:buChar char="●"/>
              <a:defRPr/>
            </a:lvl1pPr>
            <a:lvl2pPr indent="-381000" lvl="1" marL="914400">
              <a:spcBef>
                <a:spcPts val="0"/>
              </a:spcBef>
              <a:spcAft>
                <a:spcPts val="0"/>
              </a:spcAft>
              <a:buSzPts val="2400"/>
              <a:buChar char="○"/>
              <a:defRPr/>
            </a:lvl2pPr>
            <a:lvl3pPr indent="-381000" lvl="2" marL="1371600">
              <a:spcBef>
                <a:spcPts val="0"/>
              </a:spcBef>
              <a:spcAft>
                <a:spcPts val="0"/>
              </a:spcAft>
              <a:buSzPts val="24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21" name="Google Shape;21;p4"/>
          <p:cNvSpPr txBox="1"/>
          <p:nvPr>
            <p:ph idx="12" type="sldNum"/>
          </p:nvPr>
        </p:nvSpPr>
        <p:spPr>
          <a:xfrm>
            <a:off x="8556791"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type="titleOnly">
  <p:cSld name="TITLE_ONLY">
    <p:spTree>
      <p:nvGrpSpPr>
        <p:cNvPr id="22" name="Shape 22"/>
        <p:cNvGrpSpPr/>
        <p:nvPr/>
      </p:nvGrpSpPr>
      <p:grpSpPr>
        <a:xfrm>
          <a:off x="0" y="0"/>
          <a:ext cx="0" cy="0"/>
          <a:chOff x="0" y="0"/>
          <a:chExt cx="0" cy="0"/>
        </a:xfrm>
      </p:grpSpPr>
      <p:sp>
        <p:nvSpPr>
          <p:cNvPr id="23" name="Google Shape;23;p5"/>
          <p:cNvSpPr txBox="1"/>
          <p:nvPr>
            <p:ph type="title"/>
          </p:nvPr>
        </p:nvSpPr>
        <p:spPr>
          <a:xfrm>
            <a:off x="457200" y="205978"/>
            <a:ext cx="8229600" cy="857400"/>
          </a:xfrm>
          <a:prstGeom prst="rect">
            <a:avLst/>
          </a:prstGeom>
        </p:spPr>
        <p:txBody>
          <a:bodyPr anchorCtr="0" anchor="b"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24" name="Google Shape;24;p5"/>
          <p:cNvSpPr txBox="1"/>
          <p:nvPr>
            <p:ph idx="12" type="sldNum"/>
          </p:nvPr>
        </p:nvSpPr>
        <p:spPr>
          <a:xfrm>
            <a:off x="8556791"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aption">
  <p:cSld name="CAPTION_ONLY">
    <p:spTree>
      <p:nvGrpSpPr>
        <p:cNvPr id="25" name="Shape 25"/>
        <p:cNvGrpSpPr/>
        <p:nvPr/>
      </p:nvGrpSpPr>
      <p:grpSpPr>
        <a:xfrm>
          <a:off x="0" y="0"/>
          <a:ext cx="0" cy="0"/>
          <a:chOff x="0" y="0"/>
          <a:chExt cx="0" cy="0"/>
        </a:xfrm>
      </p:grpSpPr>
      <p:sp>
        <p:nvSpPr>
          <p:cNvPr id="26" name="Google Shape;26;p6"/>
          <p:cNvSpPr txBox="1"/>
          <p:nvPr>
            <p:ph idx="1" type="body"/>
          </p:nvPr>
        </p:nvSpPr>
        <p:spPr>
          <a:xfrm>
            <a:off x="457200" y="4406309"/>
            <a:ext cx="8229600" cy="519600"/>
          </a:xfrm>
          <a:prstGeom prst="rect">
            <a:avLst/>
          </a:prstGeom>
        </p:spPr>
        <p:txBody>
          <a:bodyPr anchorCtr="0" anchor="t" bIns="91425" lIns="91425" spcFirstLastPara="1" rIns="91425" wrap="square" tIns="91425">
            <a:noAutofit/>
          </a:bodyPr>
          <a:lstStyle>
            <a:lvl1pPr indent="-228600" lvl="0" marL="457200" algn="ctr">
              <a:spcBef>
                <a:spcPts val="0"/>
              </a:spcBef>
              <a:spcAft>
                <a:spcPts val="0"/>
              </a:spcAft>
              <a:buClr>
                <a:schemeClr val="dk1"/>
              </a:buClr>
              <a:buSzPts val="1800"/>
              <a:buNone/>
              <a:defRPr sz="1800">
                <a:solidFill>
                  <a:schemeClr val="dk1"/>
                </a:solidFill>
              </a:defRPr>
            </a:lvl1pPr>
          </a:lstStyle>
          <a:p/>
        </p:txBody>
      </p:sp>
      <p:sp>
        <p:nvSpPr>
          <p:cNvPr id="27" name="Google Shape;27;p6"/>
          <p:cNvSpPr txBox="1"/>
          <p:nvPr>
            <p:ph idx="12" type="sldNum"/>
          </p:nvPr>
        </p:nvSpPr>
        <p:spPr>
          <a:xfrm>
            <a:off x="8556791"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type="blank">
  <p:cSld name="BLANK">
    <p:spTree>
      <p:nvGrpSpPr>
        <p:cNvPr id="28" name="Shape 28"/>
        <p:cNvGrpSpPr/>
        <p:nvPr/>
      </p:nvGrpSpPr>
      <p:grpSpPr>
        <a:xfrm>
          <a:off x="0" y="0"/>
          <a:ext cx="0" cy="0"/>
          <a:chOff x="0" y="0"/>
          <a:chExt cx="0" cy="0"/>
        </a:xfrm>
      </p:grpSpPr>
      <p:sp>
        <p:nvSpPr>
          <p:cNvPr id="29" name="Google Shape;29;p7"/>
          <p:cNvSpPr txBox="1"/>
          <p:nvPr>
            <p:ph idx="12" type="sldNum"/>
          </p:nvPr>
        </p:nvSpPr>
        <p:spPr>
          <a:xfrm>
            <a:off x="8556791"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name="light-gradient">
    <p:bg>
      <p:bgPr>
        <a:gradFill>
          <a:gsLst>
            <a:gs pos="0">
              <a:schemeClr val="lt1"/>
            </a:gs>
            <a:gs pos="30000">
              <a:schemeClr val="lt1"/>
            </a:gs>
            <a:gs pos="100000">
              <a:schemeClr val="lt2"/>
            </a:gs>
          </a:gsLst>
          <a:path path="circle">
            <a:fillToRect b="50%" l="50%" r="50%" t="50%"/>
          </a:path>
          <a:tileRect/>
        </a:gra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05978"/>
            <a:ext cx="8229600" cy="857400"/>
          </a:xfrm>
          <a:prstGeom prst="rect">
            <a:avLst/>
          </a:prstGeom>
          <a:noFill/>
          <a:ln>
            <a:noFill/>
          </a:ln>
        </p:spPr>
        <p:txBody>
          <a:bodyPr anchorCtr="0" anchor="b" bIns="91425" lIns="91425" spcFirstLastPara="1" rIns="91425" wrap="square" tIns="91425">
            <a:noAutofit/>
          </a:bodyPr>
          <a:lstStyle>
            <a:lvl1pPr lvl="0">
              <a:spcBef>
                <a:spcPts val="0"/>
              </a:spcBef>
              <a:spcAft>
                <a:spcPts val="0"/>
              </a:spcAft>
              <a:buClr>
                <a:schemeClr val="dk1"/>
              </a:buClr>
              <a:buSzPts val="3600"/>
              <a:buNone/>
              <a:defRPr b="1" sz="3600">
                <a:solidFill>
                  <a:schemeClr val="dk1"/>
                </a:solidFill>
              </a:defRPr>
            </a:lvl1pPr>
            <a:lvl2pPr lvl="1">
              <a:spcBef>
                <a:spcPts val="0"/>
              </a:spcBef>
              <a:spcAft>
                <a:spcPts val="0"/>
              </a:spcAft>
              <a:buClr>
                <a:schemeClr val="dk1"/>
              </a:buClr>
              <a:buSzPts val="3600"/>
              <a:buNone/>
              <a:defRPr b="1" sz="3600">
                <a:solidFill>
                  <a:schemeClr val="dk1"/>
                </a:solidFill>
              </a:defRPr>
            </a:lvl2pPr>
            <a:lvl3pPr lvl="2">
              <a:spcBef>
                <a:spcPts val="0"/>
              </a:spcBef>
              <a:spcAft>
                <a:spcPts val="0"/>
              </a:spcAft>
              <a:buClr>
                <a:schemeClr val="dk1"/>
              </a:buClr>
              <a:buSzPts val="3600"/>
              <a:buNone/>
              <a:defRPr b="1" sz="3600">
                <a:solidFill>
                  <a:schemeClr val="dk1"/>
                </a:solidFill>
              </a:defRPr>
            </a:lvl3pPr>
            <a:lvl4pPr lvl="3">
              <a:spcBef>
                <a:spcPts val="0"/>
              </a:spcBef>
              <a:spcAft>
                <a:spcPts val="0"/>
              </a:spcAft>
              <a:buClr>
                <a:schemeClr val="dk1"/>
              </a:buClr>
              <a:buSzPts val="3600"/>
              <a:buNone/>
              <a:defRPr b="1" sz="3600">
                <a:solidFill>
                  <a:schemeClr val="dk1"/>
                </a:solidFill>
              </a:defRPr>
            </a:lvl4pPr>
            <a:lvl5pPr lvl="4">
              <a:spcBef>
                <a:spcPts val="0"/>
              </a:spcBef>
              <a:spcAft>
                <a:spcPts val="0"/>
              </a:spcAft>
              <a:buClr>
                <a:schemeClr val="dk1"/>
              </a:buClr>
              <a:buSzPts val="3600"/>
              <a:buNone/>
              <a:defRPr b="1" sz="3600">
                <a:solidFill>
                  <a:schemeClr val="dk1"/>
                </a:solidFill>
              </a:defRPr>
            </a:lvl5pPr>
            <a:lvl6pPr lvl="5">
              <a:spcBef>
                <a:spcPts val="0"/>
              </a:spcBef>
              <a:spcAft>
                <a:spcPts val="0"/>
              </a:spcAft>
              <a:buClr>
                <a:schemeClr val="dk1"/>
              </a:buClr>
              <a:buSzPts val="3600"/>
              <a:buNone/>
              <a:defRPr b="1" sz="3600">
                <a:solidFill>
                  <a:schemeClr val="dk1"/>
                </a:solidFill>
              </a:defRPr>
            </a:lvl6pPr>
            <a:lvl7pPr lvl="6">
              <a:spcBef>
                <a:spcPts val="0"/>
              </a:spcBef>
              <a:spcAft>
                <a:spcPts val="0"/>
              </a:spcAft>
              <a:buClr>
                <a:schemeClr val="dk1"/>
              </a:buClr>
              <a:buSzPts val="3600"/>
              <a:buNone/>
              <a:defRPr b="1" sz="3600">
                <a:solidFill>
                  <a:schemeClr val="dk1"/>
                </a:solidFill>
              </a:defRPr>
            </a:lvl7pPr>
            <a:lvl8pPr lvl="7">
              <a:spcBef>
                <a:spcPts val="0"/>
              </a:spcBef>
              <a:spcAft>
                <a:spcPts val="0"/>
              </a:spcAft>
              <a:buClr>
                <a:schemeClr val="dk1"/>
              </a:buClr>
              <a:buSzPts val="3600"/>
              <a:buNone/>
              <a:defRPr b="1" sz="3600">
                <a:solidFill>
                  <a:schemeClr val="dk1"/>
                </a:solidFill>
              </a:defRPr>
            </a:lvl8pPr>
            <a:lvl9pPr lvl="8">
              <a:spcBef>
                <a:spcPts val="0"/>
              </a:spcBef>
              <a:spcAft>
                <a:spcPts val="0"/>
              </a:spcAft>
              <a:buClr>
                <a:schemeClr val="dk1"/>
              </a:buClr>
              <a:buSzPts val="3600"/>
              <a:buNone/>
              <a:defRPr b="1" sz="3600">
                <a:solidFill>
                  <a:schemeClr val="dk1"/>
                </a:solidFill>
              </a:defRPr>
            </a:lvl9pPr>
          </a:lstStyle>
          <a:p/>
        </p:txBody>
      </p:sp>
      <p:sp>
        <p:nvSpPr>
          <p:cNvPr id="7" name="Google Shape;7;p1"/>
          <p:cNvSpPr txBox="1"/>
          <p:nvPr>
            <p:ph idx="1" type="body"/>
          </p:nvPr>
        </p:nvSpPr>
        <p:spPr>
          <a:xfrm>
            <a:off x="457200" y="1200150"/>
            <a:ext cx="8229600" cy="3725700"/>
          </a:xfrm>
          <a:prstGeom prst="rect">
            <a:avLst/>
          </a:prstGeom>
          <a:noFill/>
          <a:ln>
            <a:noFill/>
          </a:ln>
        </p:spPr>
        <p:txBody>
          <a:bodyPr anchorCtr="0" anchor="t" bIns="91425" lIns="91425" spcFirstLastPara="1" rIns="91425" wrap="square" tIns="91425">
            <a:noAutofit/>
          </a:bodyPr>
          <a:lstStyle>
            <a:lvl1pPr indent="-419100" lvl="0" marL="457200">
              <a:spcBef>
                <a:spcPts val="600"/>
              </a:spcBef>
              <a:spcAft>
                <a:spcPts val="0"/>
              </a:spcAft>
              <a:buSzPts val="3000"/>
              <a:buChar char="●"/>
              <a:defRPr sz="3000"/>
            </a:lvl1pPr>
            <a:lvl2pPr indent="-381000" lvl="1" marL="914400">
              <a:spcBef>
                <a:spcPts val="0"/>
              </a:spcBef>
              <a:spcAft>
                <a:spcPts val="0"/>
              </a:spcAft>
              <a:buSzPts val="2400"/>
              <a:buChar char="○"/>
              <a:defRPr sz="2400"/>
            </a:lvl2pPr>
            <a:lvl3pPr indent="-381000" lvl="2" marL="1371600">
              <a:spcBef>
                <a:spcPts val="0"/>
              </a:spcBef>
              <a:spcAft>
                <a:spcPts val="0"/>
              </a:spcAft>
              <a:buSzPts val="2400"/>
              <a:buChar char="■"/>
              <a:defRPr sz="2400"/>
            </a:lvl3pPr>
            <a:lvl4pPr indent="-342900" lvl="3" marL="1828800">
              <a:spcBef>
                <a:spcPts val="0"/>
              </a:spcBef>
              <a:spcAft>
                <a:spcPts val="0"/>
              </a:spcAft>
              <a:buSzPts val="1800"/>
              <a:buChar char="●"/>
              <a:defRPr sz="1800"/>
            </a:lvl4pPr>
            <a:lvl5pPr indent="-342900" lvl="4" marL="2286000">
              <a:spcBef>
                <a:spcPts val="0"/>
              </a:spcBef>
              <a:spcAft>
                <a:spcPts val="0"/>
              </a:spcAft>
              <a:buSzPts val="1800"/>
              <a:buChar char="○"/>
              <a:defRPr sz="1800"/>
            </a:lvl5pPr>
            <a:lvl6pPr indent="-342900" lvl="5" marL="2743200">
              <a:spcBef>
                <a:spcPts val="0"/>
              </a:spcBef>
              <a:spcAft>
                <a:spcPts val="0"/>
              </a:spcAft>
              <a:buSzPts val="1800"/>
              <a:buChar char="■"/>
              <a:defRPr sz="1800"/>
            </a:lvl6pPr>
            <a:lvl7pPr indent="-342900" lvl="6" marL="3200400">
              <a:spcBef>
                <a:spcPts val="0"/>
              </a:spcBef>
              <a:spcAft>
                <a:spcPts val="0"/>
              </a:spcAft>
              <a:buSzPts val="1800"/>
              <a:buChar char="●"/>
              <a:defRPr sz="1800"/>
            </a:lvl7pPr>
            <a:lvl8pPr indent="-342900" lvl="7" marL="3657600">
              <a:spcBef>
                <a:spcPts val="0"/>
              </a:spcBef>
              <a:spcAft>
                <a:spcPts val="0"/>
              </a:spcAft>
              <a:buSzPts val="1800"/>
              <a:buChar char="○"/>
              <a:defRPr sz="1800"/>
            </a:lvl8pPr>
            <a:lvl9pPr indent="-342900" lvl="8" marL="4114800">
              <a:spcBef>
                <a:spcPts val="0"/>
              </a:spcBef>
              <a:spcAft>
                <a:spcPts val="0"/>
              </a:spcAft>
              <a:buSzPts val="1800"/>
              <a:buChar char="■"/>
              <a:defRPr sz="1800"/>
            </a:lvl9pPr>
          </a:lstStyle>
          <a:p/>
        </p:txBody>
      </p:sp>
      <p:sp>
        <p:nvSpPr>
          <p:cNvPr id="8" name="Google Shape;8;p1"/>
          <p:cNvSpPr txBox="1"/>
          <p:nvPr>
            <p:ph idx="12" type="sldNum"/>
          </p:nvPr>
        </p:nvSpPr>
        <p:spPr>
          <a:xfrm>
            <a:off x="8556791" y="4749851"/>
            <a:ext cx="548700" cy="393600"/>
          </a:xfrm>
          <a:prstGeom prst="rect">
            <a:avLst/>
          </a:prstGeom>
          <a:noFill/>
          <a:ln>
            <a:noFill/>
          </a:ln>
        </p:spPr>
        <p:txBody>
          <a:bodyPr anchorCtr="0" anchor="ctr" bIns="91425" lIns="91425" spcFirstLastPara="1" rIns="91425" wrap="square" tIns="91425">
            <a:noAutofit/>
          </a:bodyPr>
          <a:lstStyle>
            <a:lvl1pPr lvl="0" algn="r">
              <a:buNone/>
              <a:defRPr sz="1300">
                <a:solidFill>
                  <a:schemeClr val="dk1"/>
                </a:solidFill>
              </a:defRPr>
            </a:lvl1pPr>
            <a:lvl2pPr lvl="1" algn="r">
              <a:buNone/>
              <a:defRPr sz="1300">
                <a:solidFill>
                  <a:schemeClr val="dk1"/>
                </a:solidFill>
              </a:defRPr>
            </a:lvl2pPr>
            <a:lvl3pPr lvl="2" algn="r">
              <a:buNone/>
              <a:defRPr sz="1300">
                <a:solidFill>
                  <a:schemeClr val="dk1"/>
                </a:solidFill>
              </a:defRPr>
            </a:lvl3pPr>
            <a:lvl4pPr lvl="3" algn="r">
              <a:buNone/>
              <a:defRPr sz="1300">
                <a:solidFill>
                  <a:schemeClr val="dk1"/>
                </a:solidFill>
              </a:defRPr>
            </a:lvl4pPr>
            <a:lvl5pPr lvl="4" algn="r">
              <a:buNone/>
              <a:defRPr sz="1300">
                <a:solidFill>
                  <a:schemeClr val="dk1"/>
                </a:solidFill>
              </a:defRPr>
            </a:lvl5pPr>
            <a:lvl6pPr lvl="5" algn="r">
              <a:buNone/>
              <a:defRPr sz="1300">
                <a:solidFill>
                  <a:schemeClr val="dk1"/>
                </a:solidFill>
              </a:defRPr>
            </a:lvl6pPr>
            <a:lvl7pPr lvl="6" algn="r">
              <a:buNone/>
              <a:defRPr sz="1300">
                <a:solidFill>
                  <a:schemeClr val="dk1"/>
                </a:solidFill>
              </a:defRPr>
            </a:lvl7pPr>
            <a:lvl8pPr lvl="7" algn="r">
              <a:buNone/>
              <a:defRPr sz="1300">
                <a:solidFill>
                  <a:schemeClr val="dk1"/>
                </a:solidFill>
              </a:defRPr>
            </a:lvl8pPr>
            <a:lvl9pPr lvl="8" algn="r">
              <a:buNone/>
              <a:defRPr sz="1300">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blipFill>
          <a:blip r:embed="rId3">
            <a:alphaModFix/>
          </a:blip>
          <a:stretch>
            <a:fillRect/>
          </a:stretch>
        </a:blipFill>
      </p:bgPr>
    </p:bg>
    <p:spTree>
      <p:nvGrpSpPr>
        <p:cNvPr id="33" name="Shape 33"/>
        <p:cNvGrpSpPr/>
        <p:nvPr/>
      </p:nvGrpSpPr>
      <p:grpSpPr>
        <a:xfrm>
          <a:off x="0" y="0"/>
          <a:ext cx="0" cy="0"/>
          <a:chOff x="0" y="0"/>
          <a:chExt cx="0" cy="0"/>
        </a:xfrm>
      </p:grpSpPr>
      <p:sp>
        <p:nvSpPr>
          <p:cNvPr id="34" name="Google Shape;34;p8"/>
          <p:cNvSpPr txBox="1"/>
          <p:nvPr/>
        </p:nvSpPr>
        <p:spPr>
          <a:xfrm>
            <a:off x="1032975" y="1232100"/>
            <a:ext cx="7478700" cy="26793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5000">
                <a:solidFill>
                  <a:srgbClr val="FFFFFF"/>
                </a:solidFill>
                <a:latin typeface="Poppins"/>
                <a:ea typeface="Poppins"/>
                <a:cs typeface="Poppins"/>
                <a:sym typeface="Poppins"/>
              </a:rPr>
              <a:t>20 Simple Ways To</a:t>
            </a:r>
            <a:endParaRPr b="1" sz="5000">
              <a:solidFill>
                <a:srgbClr val="FFFFFF"/>
              </a:solidFill>
              <a:latin typeface="Poppins"/>
              <a:ea typeface="Poppins"/>
              <a:cs typeface="Poppins"/>
              <a:sym typeface="Poppins"/>
            </a:endParaRPr>
          </a:p>
          <a:p>
            <a:pPr indent="0" lvl="0" marL="0" rtl="0" algn="ctr">
              <a:lnSpc>
                <a:spcPct val="115000"/>
              </a:lnSpc>
              <a:spcBef>
                <a:spcPts val="0"/>
              </a:spcBef>
              <a:spcAft>
                <a:spcPts val="0"/>
              </a:spcAft>
              <a:buNone/>
            </a:pPr>
            <a:r>
              <a:rPr b="1" lang="en" sz="5000">
                <a:solidFill>
                  <a:srgbClr val="FFFFFF"/>
                </a:solidFill>
                <a:latin typeface="Poppins"/>
                <a:ea typeface="Poppins"/>
                <a:cs typeface="Poppins"/>
                <a:sym typeface="Poppins"/>
              </a:rPr>
              <a:t>Reset Your Mind For</a:t>
            </a:r>
            <a:endParaRPr b="1" sz="5000">
              <a:solidFill>
                <a:srgbClr val="FFFFFF"/>
              </a:solidFill>
              <a:latin typeface="Poppins"/>
              <a:ea typeface="Poppins"/>
              <a:cs typeface="Poppins"/>
              <a:sym typeface="Poppins"/>
            </a:endParaRPr>
          </a:p>
          <a:p>
            <a:pPr indent="0" lvl="0" marL="0" rtl="0" algn="ctr">
              <a:lnSpc>
                <a:spcPct val="115000"/>
              </a:lnSpc>
              <a:spcBef>
                <a:spcPts val="0"/>
              </a:spcBef>
              <a:spcAft>
                <a:spcPts val="0"/>
              </a:spcAft>
              <a:buNone/>
            </a:pPr>
            <a:r>
              <a:rPr b="1" lang="en" sz="5000">
                <a:solidFill>
                  <a:srgbClr val="FFFFFF"/>
                </a:solidFill>
                <a:latin typeface="Poppins"/>
                <a:ea typeface="Poppins"/>
                <a:cs typeface="Poppins"/>
                <a:sym typeface="Poppins"/>
              </a:rPr>
              <a:t>An </a:t>
            </a:r>
            <a:r>
              <a:rPr b="1" lang="en" sz="5000">
                <a:solidFill>
                  <a:srgbClr val="FFFFFF"/>
                </a:solidFill>
                <a:latin typeface="Poppins"/>
                <a:ea typeface="Poppins"/>
                <a:cs typeface="Poppins"/>
                <a:sym typeface="Poppins"/>
              </a:rPr>
              <a:t>Empowered</a:t>
            </a:r>
            <a:r>
              <a:rPr b="1" lang="en" sz="5000">
                <a:solidFill>
                  <a:srgbClr val="FFFFFF"/>
                </a:solidFill>
                <a:latin typeface="Poppins"/>
                <a:ea typeface="Poppins"/>
                <a:cs typeface="Poppins"/>
                <a:sym typeface="Poppins"/>
              </a:rPr>
              <a:t> Life</a:t>
            </a:r>
            <a:endParaRPr b="1" sz="5000">
              <a:solidFill>
                <a:srgbClr val="FFFFFF"/>
              </a:solidFill>
              <a:latin typeface="Poppins"/>
              <a:ea typeface="Poppins"/>
              <a:cs typeface="Poppins"/>
              <a:sym typeface="Poppins"/>
            </a:endParaRPr>
          </a:p>
          <a:p>
            <a:pPr indent="0" lvl="0" marL="0" rtl="0" algn="ctr">
              <a:lnSpc>
                <a:spcPct val="115000"/>
              </a:lnSpc>
              <a:spcBef>
                <a:spcPts val="0"/>
              </a:spcBef>
              <a:spcAft>
                <a:spcPts val="0"/>
              </a:spcAft>
              <a:buNone/>
            </a:pPr>
            <a:r>
              <a:t/>
            </a:r>
            <a:endParaRPr sz="12000">
              <a:solidFill>
                <a:srgbClr val="FFFFFF"/>
              </a:solidFill>
              <a:latin typeface="Caveat"/>
              <a:ea typeface="Caveat"/>
              <a:cs typeface="Caveat"/>
              <a:sym typeface="Cavea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8" name="Shape 38"/>
        <p:cNvGrpSpPr/>
        <p:nvPr/>
      </p:nvGrpSpPr>
      <p:grpSpPr>
        <a:xfrm>
          <a:off x="0" y="0"/>
          <a:ext cx="0" cy="0"/>
          <a:chOff x="0" y="0"/>
          <a:chExt cx="0" cy="0"/>
        </a:xfrm>
      </p:grpSpPr>
      <p:sp>
        <p:nvSpPr>
          <p:cNvPr id="39" name="Google Shape;39;p9"/>
          <p:cNvSpPr txBox="1"/>
          <p:nvPr>
            <p:ph type="title"/>
          </p:nvPr>
        </p:nvSpPr>
        <p:spPr>
          <a:xfrm>
            <a:off x="457200" y="205978"/>
            <a:ext cx="8229600" cy="857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latin typeface="Pacifico"/>
                <a:ea typeface="Pacifico"/>
                <a:cs typeface="Pacifico"/>
                <a:sym typeface="Pacifico"/>
              </a:rPr>
              <a:t>Tip #1</a:t>
            </a:r>
            <a:endParaRPr>
              <a:latin typeface="Pacifico"/>
              <a:ea typeface="Pacifico"/>
              <a:cs typeface="Pacifico"/>
              <a:sym typeface="Pacifico"/>
            </a:endParaRPr>
          </a:p>
        </p:txBody>
      </p:sp>
      <p:sp>
        <p:nvSpPr>
          <p:cNvPr id="40" name="Google Shape;40;p9"/>
          <p:cNvSpPr txBox="1"/>
          <p:nvPr>
            <p:ph idx="1" type="body"/>
          </p:nvPr>
        </p:nvSpPr>
        <p:spPr>
          <a:xfrm>
            <a:off x="457200" y="1128425"/>
            <a:ext cx="8229600" cy="3769200"/>
          </a:xfrm>
          <a:prstGeom prst="rect">
            <a:avLst/>
          </a:prstGeom>
        </p:spPr>
        <p:txBody>
          <a:bodyPr anchorCtr="0" anchor="t" bIns="91425" lIns="91425" spcFirstLastPara="1" rIns="91425" wrap="square" tIns="91425">
            <a:noAutofit/>
          </a:bodyPr>
          <a:lstStyle/>
          <a:p>
            <a:pPr indent="0" lvl="0" marL="0" rtl="0" algn="ctr">
              <a:spcBef>
                <a:spcPts val="600"/>
              </a:spcBef>
              <a:spcAft>
                <a:spcPts val="0"/>
              </a:spcAft>
              <a:buClr>
                <a:schemeClr val="dk1"/>
              </a:buClr>
              <a:buSzPts val="1100"/>
              <a:buFont typeface="Arial"/>
              <a:buNone/>
            </a:pPr>
            <a:r>
              <a:rPr b="1" lang="en"/>
              <a:t>Burn painful memories</a:t>
            </a:r>
            <a:endParaRPr b="1"/>
          </a:p>
          <a:p>
            <a:pPr indent="0" lvl="0" marL="0" rtl="0" algn="l">
              <a:spcBef>
                <a:spcPts val="600"/>
              </a:spcBef>
              <a:spcAft>
                <a:spcPts val="0"/>
              </a:spcAft>
              <a:buClr>
                <a:schemeClr val="dk1"/>
              </a:buClr>
              <a:buSzPts val="1100"/>
              <a:buFont typeface="Arial"/>
              <a:buNone/>
            </a:pPr>
            <a:r>
              <a:t/>
            </a:r>
            <a:endParaRPr/>
          </a:p>
          <a:p>
            <a:pPr indent="0" lvl="0" marL="0" rtl="0" algn="ctr">
              <a:spcBef>
                <a:spcPts val="600"/>
              </a:spcBef>
              <a:spcAft>
                <a:spcPts val="0"/>
              </a:spcAft>
              <a:buClr>
                <a:schemeClr val="dk1"/>
              </a:buClr>
              <a:buSzPts val="1100"/>
              <a:buFont typeface="Arial"/>
              <a:buNone/>
            </a:pPr>
            <a:r>
              <a:rPr lang="en"/>
              <a:t>Many of us are still hanging on to old and painful memories. You can overcome this by ritualistically destroying reminders of bad times.</a:t>
            </a:r>
            <a:endParaRPr/>
          </a:p>
          <a:p>
            <a:pPr indent="0" lvl="0" marL="0" rtl="0" algn="ctr">
              <a:spcBef>
                <a:spcPts val="600"/>
              </a:spcBef>
              <a:spcAft>
                <a:spcPts val="0"/>
              </a:spcAft>
              <a:buClr>
                <a:schemeClr val="dk1"/>
              </a:buClr>
              <a:buSzPts val="1100"/>
              <a:buFont typeface="Arial"/>
              <a:buNone/>
            </a:pPr>
            <a:r>
              <a:t/>
            </a:r>
            <a:endParaRPr/>
          </a:p>
          <a:p>
            <a:pPr indent="0" lvl="0" marL="0" rtl="0" algn="l">
              <a:spcBef>
                <a:spcPts val="600"/>
              </a:spcBef>
              <a:spcAft>
                <a:spcPts val="0"/>
              </a:spcAft>
              <a:buClr>
                <a:schemeClr val="dk1"/>
              </a:buClr>
              <a:buSzPts val="1100"/>
              <a:buFont typeface="Arial"/>
              <a:buNone/>
            </a:pPr>
            <a:r>
              <a:rPr lang="en"/>
              <a:t> </a:t>
            </a:r>
            <a:endParaRPr/>
          </a:p>
          <a:p>
            <a:pPr indent="0" lvl="0" marL="0" rtl="0" algn="ctr">
              <a:spcBef>
                <a:spcPts val="600"/>
              </a:spcBef>
              <a:spcAft>
                <a:spcPts val="0"/>
              </a:spcAft>
              <a:buClr>
                <a:schemeClr val="dk1"/>
              </a:buClr>
              <a:buSzPts val="1100"/>
              <a:buFont typeface="Arial"/>
              <a:buNone/>
            </a:pPr>
            <a:r>
              <a:t/>
            </a:r>
            <a:endParaRPr b="1"/>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44" name="Shape 44"/>
        <p:cNvGrpSpPr/>
        <p:nvPr/>
      </p:nvGrpSpPr>
      <p:grpSpPr>
        <a:xfrm>
          <a:off x="0" y="0"/>
          <a:ext cx="0" cy="0"/>
          <a:chOff x="0" y="0"/>
          <a:chExt cx="0" cy="0"/>
        </a:xfrm>
      </p:grpSpPr>
      <p:sp>
        <p:nvSpPr>
          <p:cNvPr id="45" name="Google Shape;45;p10"/>
          <p:cNvSpPr txBox="1"/>
          <p:nvPr>
            <p:ph type="title"/>
          </p:nvPr>
        </p:nvSpPr>
        <p:spPr>
          <a:xfrm>
            <a:off x="457200" y="77653"/>
            <a:ext cx="8229600" cy="857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latin typeface="Pacifico"/>
                <a:ea typeface="Pacifico"/>
                <a:cs typeface="Pacifico"/>
                <a:sym typeface="Pacifico"/>
              </a:rPr>
              <a:t>Tip #2</a:t>
            </a:r>
            <a:endParaRPr>
              <a:latin typeface="Pacifico"/>
              <a:ea typeface="Pacifico"/>
              <a:cs typeface="Pacifico"/>
              <a:sym typeface="Pacifico"/>
            </a:endParaRPr>
          </a:p>
        </p:txBody>
      </p:sp>
      <p:sp>
        <p:nvSpPr>
          <p:cNvPr id="46" name="Google Shape;46;p10"/>
          <p:cNvSpPr txBox="1"/>
          <p:nvPr>
            <p:ph idx="1" type="body"/>
          </p:nvPr>
        </p:nvSpPr>
        <p:spPr>
          <a:xfrm>
            <a:off x="457200" y="622725"/>
            <a:ext cx="8229600" cy="4446000"/>
          </a:xfrm>
          <a:prstGeom prst="rect">
            <a:avLst/>
          </a:prstGeom>
        </p:spPr>
        <p:txBody>
          <a:bodyPr anchorCtr="0" anchor="t" bIns="91425" lIns="91425" spcFirstLastPara="1" rIns="91425" wrap="square" tIns="91425">
            <a:noAutofit/>
          </a:bodyPr>
          <a:lstStyle/>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Clr>
                <a:schemeClr val="dk1"/>
              </a:buClr>
              <a:buSzPts val="1100"/>
              <a:buFont typeface="Arial"/>
              <a:buNone/>
            </a:pPr>
            <a:r>
              <a:rPr b="1" lang="en"/>
              <a:t>Have a going away party</a:t>
            </a:r>
            <a:endParaRPr b="1"/>
          </a:p>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Clr>
                <a:schemeClr val="dk1"/>
              </a:buClr>
              <a:buSzPts val="1100"/>
              <a:buFont typeface="Arial"/>
              <a:buNone/>
            </a:pPr>
            <a:r>
              <a:rPr lang="en"/>
              <a:t>In a similar manner, throwing yourself a “going away party” is a great way to say goodbye to the “old you.”</a:t>
            </a:r>
            <a:endParaRPr/>
          </a:p>
          <a:p>
            <a:pPr indent="0" lvl="0" marL="0" rtl="0" algn="ctr">
              <a:spcBef>
                <a:spcPts val="600"/>
              </a:spcBef>
              <a:spcAft>
                <a:spcPts val="0"/>
              </a:spcAft>
              <a:buClr>
                <a:schemeClr val="dk1"/>
              </a:buClr>
              <a:buSzPts val="1100"/>
              <a:buFont typeface="Arial"/>
              <a:buNone/>
            </a:pPr>
            <a:r>
              <a:t/>
            </a:r>
            <a:endParaRPr/>
          </a:p>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Clr>
                <a:schemeClr val="dk1"/>
              </a:buClr>
              <a:buSzPts val="1100"/>
              <a:buFont typeface="Arial"/>
              <a:buNone/>
            </a:pPr>
            <a:r>
              <a:t/>
            </a:r>
            <a:endParaRPr b="1"/>
          </a:p>
          <a:p>
            <a:pPr indent="0" lvl="0" marL="0" rtl="0" algn="l">
              <a:spcBef>
                <a:spcPts val="600"/>
              </a:spcBef>
              <a:spcAft>
                <a:spcPts val="0"/>
              </a:spcAft>
              <a:buClr>
                <a:schemeClr val="dk1"/>
              </a:buClr>
              <a:buSzPts val="1100"/>
              <a:buFont typeface="Arial"/>
              <a:buNone/>
            </a:pPr>
            <a:r>
              <a:t/>
            </a:r>
            <a:endParaRPr/>
          </a:p>
          <a:p>
            <a:pPr indent="0" lvl="0" marL="0" rtl="0" algn="l">
              <a:spcBef>
                <a:spcPts val="600"/>
              </a:spcBef>
              <a:spcAft>
                <a:spcPts val="0"/>
              </a:spcAft>
              <a:buNone/>
            </a:pPr>
            <a:r>
              <a:t/>
            </a:r>
            <a:endParaRPr sz="2400"/>
          </a:p>
          <a:p>
            <a:pPr indent="0" lvl="0" marL="0" rtl="0" algn="l">
              <a:spcBef>
                <a:spcPts val="60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0" name="Shape 50"/>
        <p:cNvGrpSpPr/>
        <p:nvPr/>
      </p:nvGrpSpPr>
      <p:grpSpPr>
        <a:xfrm>
          <a:off x="0" y="0"/>
          <a:ext cx="0" cy="0"/>
          <a:chOff x="0" y="0"/>
          <a:chExt cx="0" cy="0"/>
        </a:xfrm>
      </p:grpSpPr>
      <p:sp>
        <p:nvSpPr>
          <p:cNvPr id="51" name="Google Shape;51;p11"/>
          <p:cNvSpPr txBox="1"/>
          <p:nvPr>
            <p:ph type="title"/>
          </p:nvPr>
        </p:nvSpPr>
        <p:spPr>
          <a:xfrm>
            <a:off x="457200" y="205978"/>
            <a:ext cx="8229600" cy="857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latin typeface="Pacifico"/>
                <a:ea typeface="Pacifico"/>
                <a:cs typeface="Pacifico"/>
                <a:sym typeface="Pacifico"/>
              </a:rPr>
              <a:t>Tip #3</a:t>
            </a:r>
            <a:endParaRPr>
              <a:latin typeface="Pacifico"/>
              <a:ea typeface="Pacifico"/>
              <a:cs typeface="Pacifico"/>
              <a:sym typeface="Pacifico"/>
            </a:endParaRPr>
          </a:p>
        </p:txBody>
      </p:sp>
      <p:sp>
        <p:nvSpPr>
          <p:cNvPr id="52" name="Google Shape;52;p11"/>
          <p:cNvSpPr txBox="1"/>
          <p:nvPr>
            <p:ph idx="1" type="body"/>
          </p:nvPr>
        </p:nvSpPr>
        <p:spPr>
          <a:xfrm>
            <a:off x="457200" y="1166550"/>
            <a:ext cx="8229600" cy="3725700"/>
          </a:xfrm>
          <a:prstGeom prst="rect">
            <a:avLst/>
          </a:prstGeom>
        </p:spPr>
        <p:txBody>
          <a:bodyPr anchorCtr="0" anchor="t" bIns="91425" lIns="91425" spcFirstLastPara="1" rIns="91425" wrap="square" tIns="91425">
            <a:noAutofit/>
          </a:bodyPr>
          <a:lstStyle/>
          <a:p>
            <a:pPr indent="0" lvl="0" marL="0" rtl="0" algn="ctr">
              <a:spcBef>
                <a:spcPts val="600"/>
              </a:spcBef>
              <a:spcAft>
                <a:spcPts val="0"/>
              </a:spcAft>
              <a:buClr>
                <a:schemeClr val="dk1"/>
              </a:buClr>
              <a:buSzPts val="1100"/>
              <a:buFont typeface="Arial"/>
              <a:buNone/>
            </a:pPr>
            <a:r>
              <a:rPr b="1" lang="en"/>
              <a:t>Change your environment</a:t>
            </a:r>
            <a:endParaRPr b="1"/>
          </a:p>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Clr>
                <a:schemeClr val="dk1"/>
              </a:buClr>
              <a:buSzPts val="1100"/>
              <a:buFont typeface="Arial"/>
              <a:buNone/>
            </a:pPr>
            <a:r>
              <a:rPr lang="en"/>
              <a:t>Pattern thinking and bad habits are tied to our environments. While you might not be able to move away, simply redecorating can even have a big impact!</a:t>
            </a:r>
            <a:endParaRPr/>
          </a:p>
          <a:p>
            <a:pPr indent="0" lvl="0" marL="0" rtl="0" algn="ctr">
              <a:spcBef>
                <a:spcPts val="600"/>
              </a:spcBef>
              <a:spcAft>
                <a:spcPts val="0"/>
              </a:spcAft>
              <a:buClr>
                <a:schemeClr val="dk1"/>
              </a:buClr>
              <a:buSzPts val="1100"/>
              <a:buFont typeface="Arial"/>
              <a:buNone/>
            </a:pPr>
            <a:r>
              <a:t/>
            </a:r>
            <a:endParaRPr/>
          </a:p>
          <a:p>
            <a:pPr indent="0" lvl="0" marL="0" rtl="0" algn="ctr">
              <a:spcBef>
                <a:spcPts val="600"/>
              </a:spcBef>
              <a:spcAft>
                <a:spcPts val="0"/>
              </a:spcAft>
              <a:buClr>
                <a:schemeClr val="dk1"/>
              </a:buClr>
              <a:buSzPts val="1100"/>
              <a:buFont typeface="Arial"/>
              <a:buNone/>
            </a:pPr>
            <a:r>
              <a:t/>
            </a:r>
            <a:endParaRPr/>
          </a:p>
          <a:p>
            <a:pPr indent="0" lvl="0" marL="0" rtl="0" algn="ctr">
              <a:spcBef>
                <a:spcPts val="600"/>
              </a:spcBef>
              <a:spcAft>
                <a:spcPts val="0"/>
              </a:spcAft>
              <a:buClr>
                <a:schemeClr val="dk1"/>
              </a:buClr>
              <a:buSzPts val="1100"/>
              <a:buFont typeface="Arial"/>
              <a:buNone/>
            </a:pPr>
            <a:r>
              <a:t/>
            </a:r>
            <a:endParaRPr/>
          </a:p>
          <a:p>
            <a:pPr indent="0" lvl="0" marL="0" rtl="0" algn="l">
              <a:spcBef>
                <a:spcPts val="600"/>
              </a:spcBef>
              <a:spcAft>
                <a:spcPts val="0"/>
              </a:spcAft>
              <a:buNone/>
            </a:pPr>
            <a:r>
              <a:t/>
            </a:r>
            <a:endParaRPr/>
          </a:p>
          <a:p>
            <a:pPr indent="457200" lvl="0" marL="0" rtl="0" algn="l">
              <a:spcBef>
                <a:spcPts val="600"/>
              </a:spcBef>
              <a:spcAft>
                <a:spcPts val="0"/>
              </a:spcAft>
              <a:buNone/>
            </a:pPr>
            <a:r>
              <a:t/>
            </a:r>
            <a:endParaRPr b="1"/>
          </a:p>
          <a:p>
            <a:pPr indent="457200" lvl="0" marL="0" rtl="0" algn="l">
              <a:spcBef>
                <a:spcPts val="600"/>
              </a:spcBef>
              <a:spcAft>
                <a:spcPts val="0"/>
              </a:spcAft>
              <a:buNone/>
            </a:pPr>
            <a:r>
              <a:t/>
            </a:r>
            <a:endParaRPr b="1"/>
          </a:p>
          <a:p>
            <a:pPr indent="0" lvl="0" marL="0" rtl="0" algn="l">
              <a:spcBef>
                <a:spcPts val="60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6" name="Shape 56"/>
        <p:cNvGrpSpPr/>
        <p:nvPr/>
      </p:nvGrpSpPr>
      <p:grpSpPr>
        <a:xfrm>
          <a:off x="0" y="0"/>
          <a:ext cx="0" cy="0"/>
          <a:chOff x="0" y="0"/>
          <a:chExt cx="0" cy="0"/>
        </a:xfrm>
      </p:grpSpPr>
      <p:sp>
        <p:nvSpPr>
          <p:cNvPr id="57" name="Google Shape;57;p12"/>
          <p:cNvSpPr txBox="1"/>
          <p:nvPr>
            <p:ph type="title"/>
          </p:nvPr>
        </p:nvSpPr>
        <p:spPr>
          <a:xfrm>
            <a:off x="457200" y="379126"/>
            <a:ext cx="8229600" cy="6960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latin typeface="Pacifico"/>
                <a:ea typeface="Pacifico"/>
                <a:cs typeface="Pacifico"/>
                <a:sym typeface="Pacifico"/>
              </a:rPr>
              <a:t>Tip #4</a:t>
            </a:r>
            <a:endParaRPr>
              <a:latin typeface="Pacifico"/>
              <a:ea typeface="Pacifico"/>
              <a:cs typeface="Pacifico"/>
              <a:sym typeface="Pacifico"/>
            </a:endParaRPr>
          </a:p>
        </p:txBody>
      </p:sp>
      <p:sp>
        <p:nvSpPr>
          <p:cNvPr id="58" name="Google Shape;58;p12"/>
          <p:cNvSpPr txBox="1"/>
          <p:nvPr>
            <p:ph idx="1" type="body"/>
          </p:nvPr>
        </p:nvSpPr>
        <p:spPr>
          <a:xfrm>
            <a:off x="457200" y="499200"/>
            <a:ext cx="8229600" cy="45117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t/>
            </a:r>
            <a:endParaRPr b="1"/>
          </a:p>
          <a:p>
            <a:pPr indent="0" lvl="0" marL="0" rtl="0" algn="ctr">
              <a:spcBef>
                <a:spcPts val="600"/>
              </a:spcBef>
              <a:spcAft>
                <a:spcPts val="0"/>
              </a:spcAft>
              <a:buClr>
                <a:schemeClr val="dk1"/>
              </a:buClr>
              <a:buSzPts val="1100"/>
              <a:buFont typeface="Arial"/>
              <a:buNone/>
            </a:pPr>
            <a:r>
              <a:rPr b="1" lang="en"/>
              <a:t>Identify your goals</a:t>
            </a:r>
            <a:endParaRPr b="1"/>
          </a:p>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Clr>
                <a:schemeClr val="dk1"/>
              </a:buClr>
              <a:buSzPts val="1100"/>
              <a:buFont typeface="Arial"/>
              <a:buNone/>
            </a:pPr>
            <a:r>
              <a:rPr lang="en"/>
              <a:t>Know what you want from life and you’ll be able to find the most damaging limiting beliefs.</a:t>
            </a:r>
            <a:endParaRPr/>
          </a:p>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Clr>
                <a:schemeClr val="dk1"/>
              </a:buClr>
              <a:buSzPts val="1100"/>
              <a:buFont typeface="Arial"/>
              <a:buNone/>
            </a:pPr>
            <a:r>
              <a:t/>
            </a:r>
            <a:endParaRPr/>
          </a:p>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Clr>
                <a:schemeClr val="dk1"/>
              </a:buClr>
              <a:buSzPts val="1100"/>
              <a:buFont typeface="Arial"/>
              <a:buNone/>
            </a:pPr>
            <a:r>
              <a:t/>
            </a:r>
            <a:endParaRPr/>
          </a:p>
          <a:p>
            <a:pPr indent="0" lvl="0" marL="0" rtl="0" algn="ctr">
              <a:spcBef>
                <a:spcPts val="600"/>
              </a:spcBef>
              <a:spcAft>
                <a:spcPts val="0"/>
              </a:spcAft>
              <a:buClr>
                <a:schemeClr val="dk1"/>
              </a:buClr>
              <a:buSzPts val="1100"/>
              <a:buFont typeface="Arial"/>
              <a:buNone/>
            </a:pPr>
            <a:r>
              <a:t/>
            </a:r>
            <a:endParaRPr/>
          </a:p>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None/>
            </a:pPr>
            <a:r>
              <a:t/>
            </a:r>
            <a:endParaRPr b="1"/>
          </a:p>
          <a:p>
            <a:pPr indent="0" lvl="0" marL="0" rtl="0" algn="ctr">
              <a:spcBef>
                <a:spcPts val="600"/>
              </a:spcBef>
              <a:spcAft>
                <a:spcPts val="0"/>
              </a:spcAft>
              <a:buNone/>
            </a:pPr>
            <a:r>
              <a:t/>
            </a:r>
            <a:endParaRPr sz="2400"/>
          </a:p>
          <a:p>
            <a:pPr indent="0" lvl="0" marL="0" rtl="0" algn="l">
              <a:spcBef>
                <a:spcPts val="600"/>
              </a:spcBef>
              <a:spcAft>
                <a:spcPts val="0"/>
              </a:spcAft>
              <a:buNone/>
            </a:pPr>
            <a:r>
              <a:t/>
            </a:r>
            <a:endParaRPr sz="2400"/>
          </a:p>
          <a:p>
            <a:pPr indent="0" lvl="0" marL="0" rtl="0" algn="l">
              <a:spcBef>
                <a:spcPts val="60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62" name="Shape 62"/>
        <p:cNvGrpSpPr/>
        <p:nvPr/>
      </p:nvGrpSpPr>
      <p:grpSpPr>
        <a:xfrm>
          <a:off x="0" y="0"/>
          <a:ext cx="0" cy="0"/>
          <a:chOff x="0" y="0"/>
          <a:chExt cx="0" cy="0"/>
        </a:xfrm>
      </p:grpSpPr>
      <p:sp>
        <p:nvSpPr>
          <p:cNvPr id="63" name="Google Shape;63;p13"/>
          <p:cNvSpPr txBox="1"/>
          <p:nvPr>
            <p:ph type="title"/>
          </p:nvPr>
        </p:nvSpPr>
        <p:spPr>
          <a:xfrm>
            <a:off x="457200" y="205978"/>
            <a:ext cx="8229600" cy="857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latin typeface="Pacifico"/>
                <a:ea typeface="Pacifico"/>
                <a:cs typeface="Pacifico"/>
                <a:sym typeface="Pacifico"/>
              </a:rPr>
              <a:t>Tip #5</a:t>
            </a:r>
            <a:endParaRPr>
              <a:latin typeface="Pacifico"/>
              <a:ea typeface="Pacifico"/>
              <a:cs typeface="Pacifico"/>
              <a:sym typeface="Pacifico"/>
            </a:endParaRPr>
          </a:p>
        </p:txBody>
      </p:sp>
      <p:sp>
        <p:nvSpPr>
          <p:cNvPr id="64" name="Google Shape;64;p13"/>
          <p:cNvSpPr txBox="1"/>
          <p:nvPr>
            <p:ph idx="1" type="body"/>
          </p:nvPr>
        </p:nvSpPr>
        <p:spPr>
          <a:xfrm>
            <a:off x="618150" y="1115575"/>
            <a:ext cx="8068800" cy="3526500"/>
          </a:xfrm>
          <a:prstGeom prst="rect">
            <a:avLst/>
          </a:prstGeom>
        </p:spPr>
        <p:txBody>
          <a:bodyPr anchorCtr="0" anchor="t" bIns="91425" lIns="91425" spcFirstLastPara="1" rIns="91425" wrap="square" tIns="91425">
            <a:noAutofit/>
          </a:bodyPr>
          <a:lstStyle/>
          <a:p>
            <a:pPr indent="0" lvl="0" marL="0" rtl="0" algn="ctr">
              <a:spcBef>
                <a:spcPts val="600"/>
              </a:spcBef>
              <a:spcAft>
                <a:spcPts val="0"/>
              </a:spcAft>
              <a:buClr>
                <a:schemeClr val="dk1"/>
              </a:buClr>
              <a:buSzPts val="1100"/>
              <a:buFont typeface="Arial"/>
              <a:buNone/>
            </a:pPr>
            <a:r>
              <a:rPr b="1" lang="en"/>
              <a:t>Use the five-fold why</a:t>
            </a:r>
            <a:endParaRPr b="1"/>
          </a:p>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Clr>
                <a:schemeClr val="dk1"/>
              </a:buClr>
              <a:buSzPts val="1100"/>
              <a:buFont typeface="Arial"/>
              <a:buNone/>
            </a:pPr>
            <a:r>
              <a:rPr lang="en"/>
              <a:t>Don’t know how to find what you want in life? Try the “five fold why.” Ask what you want, and then ask “why” five times. This helps you to get to the bottom of what you really want!</a:t>
            </a:r>
            <a:endParaRPr/>
          </a:p>
          <a:p>
            <a:pPr indent="0" lvl="0" marL="0" rtl="0" algn="ctr">
              <a:spcBef>
                <a:spcPts val="600"/>
              </a:spcBef>
              <a:spcAft>
                <a:spcPts val="0"/>
              </a:spcAft>
              <a:buClr>
                <a:schemeClr val="dk1"/>
              </a:buClr>
              <a:buSzPts val="1100"/>
              <a:buFont typeface="Arial"/>
              <a:buNone/>
            </a:pPr>
            <a:r>
              <a:t/>
            </a:r>
            <a:endParaRPr/>
          </a:p>
          <a:p>
            <a:pPr indent="0" lvl="0" marL="0" rtl="0" algn="ctr">
              <a:spcBef>
                <a:spcPts val="600"/>
              </a:spcBef>
              <a:spcAft>
                <a:spcPts val="0"/>
              </a:spcAft>
              <a:buClr>
                <a:schemeClr val="dk1"/>
              </a:buClr>
              <a:buSzPts val="1100"/>
              <a:buFont typeface="Arial"/>
              <a:buNone/>
            </a:pPr>
            <a:r>
              <a:t/>
            </a:r>
            <a:endParaRPr/>
          </a:p>
          <a:p>
            <a:pPr indent="0" lvl="0" marL="0" rtl="0" algn="ctr">
              <a:spcBef>
                <a:spcPts val="600"/>
              </a:spcBef>
              <a:spcAft>
                <a:spcPts val="0"/>
              </a:spcAft>
              <a:buClr>
                <a:schemeClr val="dk1"/>
              </a:buClr>
              <a:buSzPts val="1100"/>
              <a:buFont typeface="Arial"/>
              <a:buNone/>
            </a:pPr>
            <a:r>
              <a:t/>
            </a:r>
            <a:endParaRPr/>
          </a:p>
          <a:p>
            <a:pPr indent="0" lvl="0" marL="0" rtl="0" algn="ctr">
              <a:spcBef>
                <a:spcPts val="600"/>
              </a:spcBef>
              <a:spcAft>
                <a:spcPts val="0"/>
              </a:spcAft>
              <a:buClr>
                <a:schemeClr val="dk1"/>
              </a:buClr>
              <a:buSzPts val="1100"/>
              <a:buFont typeface="Arial"/>
              <a:buNone/>
            </a:pPr>
            <a:r>
              <a:t/>
            </a:r>
            <a:endParaRPr/>
          </a:p>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Clr>
                <a:schemeClr val="dk1"/>
              </a:buClr>
              <a:buSzPts val="1100"/>
              <a:buFont typeface="Arial"/>
              <a:buNone/>
            </a:pPr>
            <a:r>
              <a:t/>
            </a:r>
            <a:endParaRPr/>
          </a:p>
          <a:p>
            <a:pPr indent="0" lvl="0" marL="0" rtl="0" algn="l">
              <a:spcBef>
                <a:spcPts val="600"/>
              </a:spcBef>
              <a:spcAft>
                <a:spcPts val="0"/>
              </a:spcAft>
              <a:buClr>
                <a:schemeClr val="dk1"/>
              </a:buClr>
              <a:buSzPts val="1100"/>
              <a:buFont typeface="Arial"/>
              <a:buNone/>
            </a:pPr>
            <a:r>
              <a:t/>
            </a:r>
            <a:endParaRPr b="1"/>
          </a:p>
          <a:p>
            <a:pPr indent="0" lvl="0" marL="0" rtl="0" algn="l">
              <a:spcBef>
                <a:spcPts val="600"/>
              </a:spcBef>
              <a:spcAft>
                <a:spcPts val="0"/>
              </a:spcAft>
              <a:buClr>
                <a:schemeClr val="dk1"/>
              </a:buClr>
              <a:buSzPts val="1100"/>
              <a:buFont typeface="Arial"/>
              <a:buNone/>
            </a:pPr>
            <a:r>
              <a:t/>
            </a:r>
            <a:endParaRPr b="1"/>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68" name="Shape 68"/>
        <p:cNvGrpSpPr/>
        <p:nvPr/>
      </p:nvGrpSpPr>
      <p:grpSpPr>
        <a:xfrm>
          <a:off x="0" y="0"/>
          <a:ext cx="0" cy="0"/>
          <a:chOff x="0" y="0"/>
          <a:chExt cx="0" cy="0"/>
        </a:xfrm>
      </p:grpSpPr>
      <p:sp>
        <p:nvSpPr>
          <p:cNvPr id="69" name="Google Shape;69;p14"/>
          <p:cNvSpPr txBox="1"/>
          <p:nvPr>
            <p:ph type="title"/>
          </p:nvPr>
        </p:nvSpPr>
        <p:spPr>
          <a:xfrm>
            <a:off x="457200" y="57603"/>
            <a:ext cx="8229600" cy="857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latin typeface="Pacifico"/>
                <a:ea typeface="Pacifico"/>
                <a:cs typeface="Pacifico"/>
                <a:sym typeface="Pacifico"/>
              </a:rPr>
              <a:t>Tip #6</a:t>
            </a:r>
            <a:endParaRPr>
              <a:latin typeface="Pacifico"/>
              <a:ea typeface="Pacifico"/>
              <a:cs typeface="Pacifico"/>
              <a:sym typeface="Pacifico"/>
            </a:endParaRPr>
          </a:p>
        </p:txBody>
      </p:sp>
      <p:sp>
        <p:nvSpPr>
          <p:cNvPr id="70" name="Google Shape;70;p14"/>
          <p:cNvSpPr txBox="1"/>
          <p:nvPr>
            <p:ph idx="1" type="body"/>
          </p:nvPr>
        </p:nvSpPr>
        <p:spPr>
          <a:xfrm>
            <a:off x="457200" y="1002325"/>
            <a:ext cx="8229600" cy="3992700"/>
          </a:xfrm>
          <a:prstGeom prst="rect">
            <a:avLst/>
          </a:prstGeom>
        </p:spPr>
        <p:txBody>
          <a:bodyPr anchorCtr="0" anchor="t" bIns="91425" lIns="91425" spcFirstLastPara="1" rIns="91425" wrap="square" tIns="91425">
            <a:noAutofit/>
          </a:bodyPr>
          <a:lstStyle/>
          <a:p>
            <a:pPr indent="0" lvl="0" marL="0" rtl="0" algn="ctr">
              <a:spcBef>
                <a:spcPts val="600"/>
              </a:spcBef>
              <a:spcAft>
                <a:spcPts val="0"/>
              </a:spcAft>
              <a:buClr>
                <a:schemeClr val="dk1"/>
              </a:buClr>
              <a:buSzPts val="1100"/>
              <a:buFont typeface="Arial"/>
              <a:buNone/>
            </a:pPr>
            <a:r>
              <a:rPr b="1" lang="en"/>
              <a:t>Try mindfulness to identify limiting beliefs</a:t>
            </a:r>
            <a:endParaRPr b="1"/>
          </a:p>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Clr>
                <a:schemeClr val="dk1"/>
              </a:buClr>
              <a:buSzPts val="1100"/>
              <a:buFont typeface="Arial"/>
              <a:buNone/>
            </a:pPr>
            <a:r>
              <a:rPr lang="en"/>
              <a:t>Mindfulness is a technique that involves watching the contents of your own thoughts without judgement or feeling. This can help you learn what your limiting beliefs are, such that you can change them!</a:t>
            </a:r>
            <a:endParaRPr/>
          </a:p>
          <a:p>
            <a:pPr indent="0" lvl="0" marL="0" rtl="0" algn="ctr">
              <a:spcBef>
                <a:spcPts val="600"/>
              </a:spcBef>
              <a:spcAft>
                <a:spcPts val="0"/>
              </a:spcAft>
              <a:buClr>
                <a:schemeClr val="dk1"/>
              </a:buClr>
              <a:buSzPts val="1100"/>
              <a:buFont typeface="Arial"/>
              <a:buNone/>
            </a:pPr>
            <a:r>
              <a:t/>
            </a:r>
            <a:endParaRPr/>
          </a:p>
          <a:p>
            <a:pPr indent="0" lvl="0" marL="0" rtl="0" algn="ctr">
              <a:spcBef>
                <a:spcPts val="600"/>
              </a:spcBef>
              <a:spcAft>
                <a:spcPts val="0"/>
              </a:spcAft>
              <a:buClr>
                <a:schemeClr val="dk1"/>
              </a:buClr>
              <a:buSzPts val="1100"/>
              <a:buFont typeface="Arial"/>
              <a:buNone/>
            </a:pPr>
            <a:r>
              <a:t/>
            </a:r>
            <a:endParaRPr/>
          </a:p>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Clr>
                <a:schemeClr val="dk1"/>
              </a:buClr>
              <a:buSzPts val="1100"/>
              <a:buFont typeface="Arial"/>
              <a:buNone/>
            </a:pPr>
            <a:r>
              <a:t/>
            </a:r>
            <a:endParaRPr/>
          </a:p>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Clr>
                <a:schemeClr val="dk1"/>
              </a:buClr>
              <a:buSzPts val="1100"/>
              <a:buFont typeface="Arial"/>
              <a:buNone/>
            </a:pPr>
            <a:r>
              <a:t/>
            </a:r>
            <a:endParaRPr b="1"/>
          </a:p>
          <a:p>
            <a:pPr indent="0" lvl="0" marL="0" rtl="0" algn="l">
              <a:spcBef>
                <a:spcPts val="600"/>
              </a:spcBef>
              <a:spcAft>
                <a:spcPts val="0"/>
              </a:spcAft>
              <a:buNone/>
            </a:pPr>
            <a:r>
              <a:t/>
            </a:r>
            <a:endParaRPr sz="24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74" name="Shape 74"/>
        <p:cNvGrpSpPr/>
        <p:nvPr/>
      </p:nvGrpSpPr>
      <p:grpSpPr>
        <a:xfrm>
          <a:off x="0" y="0"/>
          <a:ext cx="0" cy="0"/>
          <a:chOff x="0" y="0"/>
          <a:chExt cx="0" cy="0"/>
        </a:xfrm>
      </p:grpSpPr>
      <p:sp>
        <p:nvSpPr>
          <p:cNvPr id="75" name="Google Shape;75;p15"/>
          <p:cNvSpPr txBox="1"/>
          <p:nvPr>
            <p:ph type="title"/>
          </p:nvPr>
        </p:nvSpPr>
        <p:spPr>
          <a:xfrm>
            <a:off x="457200" y="205978"/>
            <a:ext cx="8229600" cy="857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latin typeface="Pacifico"/>
                <a:ea typeface="Pacifico"/>
                <a:cs typeface="Pacifico"/>
                <a:sym typeface="Pacifico"/>
              </a:rPr>
              <a:t>Tip #7</a:t>
            </a:r>
            <a:endParaRPr>
              <a:latin typeface="Pacifico"/>
              <a:ea typeface="Pacifico"/>
              <a:cs typeface="Pacifico"/>
              <a:sym typeface="Pacifico"/>
            </a:endParaRPr>
          </a:p>
        </p:txBody>
      </p:sp>
      <p:sp>
        <p:nvSpPr>
          <p:cNvPr id="76" name="Google Shape;76;p15"/>
          <p:cNvSpPr txBox="1"/>
          <p:nvPr>
            <p:ph idx="1" type="body"/>
          </p:nvPr>
        </p:nvSpPr>
        <p:spPr>
          <a:xfrm>
            <a:off x="410525" y="528050"/>
            <a:ext cx="8229600" cy="42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t/>
            </a:r>
            <a:endParaRPr b="1"/>
          </a:p>
          <a:p>
            <a:pPr indent="0" lvl="0" marL="0" rtl="0" algn="ctr">
              <a:spcBef>
                <a:spcPts val="600"/>
              </a:spcBef>
              <a:spcAft>
                <a:spcPts val="0"/>
              </a:spcAft>
              <a:buClr>
                <a:schemeClr val="dk1"/>
              </a:buClr>
              <a:buSzPts val="1100"/>
              <a:buFont typeface="Arial"/>
              <a:buNone/>
            </a:pPr>
            <a:r>
              <a:rPr b="1" lang="en"/>
              <a:t>Use thought challenging</a:t>
            </a:r>
            <a:endParaRPr b="1"/>
          </a:p>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Clr>
                <a:schemeClr val="dk1"/>
              </a:buClr>
              <a:buSzPts val="1100"/>
              <a:buFont typeface="Arial"/>
              <a:buNone/>
            </a:pPr>
            <a:r>
              <a:rPr lang="en" sz="2400"/>
              <a:t>If you have a negative belief, try asking yourself how realistic it really is. Prove you don’t need to think that way!</a:t>
            </a:r>
            <a:endParaRPr sz="2400"/>
          </a:p>
          <a:p>
            <a:pPr indent="0" lvl="0" marL="0" rtl="0" algn="ctr">
              <a:spcBef>
                <a:spcPts val="600"/>
              </a:spcBef>
              <a:spcAft>
                <a:spcPts val="0"/>
              </a:spcAft>
              <a:buClr>
                <a:schemeClr val="dk1"/>
              </a:buClr>
              <a:buSzPts val="1100"/>
              <a:buFont typeface="Arial"/>
              <a:buNone/>
            </a:pPr>
            <a:r>
              <a:t/>
            </a:r>
            <a:endParaRPr/>
          </a:p>
          <a:p>
            <a:pPr indent="0" lvl="0" marL="0" rtl="0" algn="ctr">
              <a:spcBef>
                <a:spcPts val="600"/>
              </a:spcBef>
              <a:spcAft>
                <a:spcPts val="0"/>
              </a:spcAft>
              <a:buClr>
                <a:schemeClr val="dk1"/>
              </a:buClr>
              <a:buSzPts val="1100"/>
              <a:buFont typeface="Arial"/>
              <a:buNone/>
            </a:pPr>
            <a:r>
              <a:t/>
            </a:r>
            <a:endParaRPr/>
          </a:p>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Clr>
                <a:schemeClr val="dk1"/>
              </a:buClr>
              <a:buSzPts val="1100"/>
              <a:buFont typeface="Arial"/>
              <a:buNone/>
            </a:pPr>
            <a:r>
              <a:t/>
            </a:r>
            <a:endParaRPr/>
          </a:p>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None/>
            </a:pPr>
            <a:r>
              <a:t/>
            </a:r>
            <a:endParaRPr b="1"/>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80" name="Shape 80"/>
        <p:cNvGrpSpPr/>
        <p:nvPr/>
      </p:nvGrpSpPr>
      <p:grpSpPr>
        <a:xfrm>
          <a:off x="0" y="0"/>
          <a:ext cx="0" cy="0"/>
          <a:chOff x="0" y="0"/>
          <a:chExt cx="0" cy="0"/>
        </a:xfrm>
      </p:grpSpPr>
      <p:sp>
        <p:nvSpPr>
          <p:cNvPr id="81" name="Google Shape;81;p16"/>
          <p:cNvSpPr txBox="1"/>
          <p:nvPr>
            <p:ph type="title"/>
          </p:nvPr>
        </p:nvSpPr>
        <p:spPr>
          <a:xfrm>
            <a:off x="457200" y="205978"/>
            <a:ext cx="8229600" cy="857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latin typeface="Pacifico"/>
                <a:ea typeface="Pacifico"/>
                <a:cs typeface="Pacifico"/>
                <a:sym typeface="Pacifico"/>
              </a:rPr>
              <a:t>Tip #8</a:t>
            </a:r>
            <a:endParaRPr>
              <a:latin typeface="Pacifico"/>
              <a:ea typeface="Pacifico"/>
              <a:cs typeface="Pacifico"/>
              <a:sym typeface="Pacifico"/>
            </a:endParaRPr>
          </a:p>
        </p:txBody>
      </p:sp>
      <p:sp>
        <p:nvSpPr>
          <p:cNvPr id="82" name="Google Shape;82;p16"/>
          <p:cNvSpPr txBox="1"/>
          <p:nvPr>
            <p:ph idx="1" type="body"/>
          </p:nvPr>
        </p:nvSpPr>
        <p:spPr>
          <a:xfrm>
            <a:off x="457200" y="500050"/>
            <a:ext cx="8229600" cy="4130100"/>
          </a:xfrm>
          <a:prstGeom prst="rect">
            <a:avLst/>
          </a:prstGeom>
        </p:spPr>
        <p:txBody>
          <a:bodyPr anchorCtr="0" anchor="t" bIns="91425" lIns="91425" spcFirstLastPara="1" rIns="91425" wrap="square" tIns="91425">
            <a:noAutofit/>
          </a:bodyPr>
          <a:lstStyle/>
          <a:p>
            <a:pPr indent="0" lvl="0" marL="0" rtl="0" algn="ctr">
              <a:spcBef>
                <a:spcPts val="600"/>
              </a:spcBef>
              <a:spcAft>
                <a:spcPts val="0"/>
              </a:spcAft>
              <a:buNone/>
            </a:pPr>
            <a:r>
              <a:t/>
            </a:r>
            <a:endParaRPr b="1"/>
          </a:p>
          <a:p>
            <a:pPr indent="0" lvl="0" marL="0" rtl="0" algn="ctr">
              <a:spcBef>
                <a:spcPts val="600"/>
              </a:spcBef>
              <a:spcAft>
                <a:spcPts val="0"/>
              </a:spcAft>
              <a:buClr>
                <a:schemeClr val="dk1"/>
              </a:buClr>
              <a:buSzPts val="1100"/>
              <a:buFont typeface="Arial"/>
              <a:buNone/>
            </a:pPr>
            <a:r>
              <a:rPr b="1" lang="en"/>
              <a:t>  </a:t>
            </a:r>
            <a:r>
              <a:rPr b="1" lang="en"/>
              <a:t>Use hypothesis testing</a:t>
            </a:r>
            <a:endParaRPr b="1"/>
          </a:p>
          <a:p>
            <a:pPr indent="0" lvl="0" marL="0" rtl="0" algn="l">
              <a:spcBef>
                <a:spcPts val="600"/>
              </a:spcBef>
              <a:spcAft>
                <a:spcPts val="0"/>
              </a:spcAft>
              <a:buClr>
                <a:schemeClr val="dk1"/>
              </a:buClr>
              <a:buSzPts val="1100"/>
              <a:buFont typeface="Arial"/>
              <a:buNone/>
            </a:pPr>
            <a:r>
              <a:t/>
            </a:r>
            <a:endParaRPr/>
          </a:p>
          <a:p>
            <a:pPr indent="0" lvl="0" marL="0" rtl="0" algn="ctr">
              <a:spcBef>
                <a:spcPts val="600"/>
              </a:spcBef>
              <a:spcAft>
                <a:spcPts val="0"/>
              </a:spcAft>
              <a:buClr>
                <a:schemeClr val="dk1"/>
              </a:buClr>
              <a:buSzPts val="1100"/>
              <a:buFont typeface="Arial"/>
              <a:buNone/>
            </a:pPr>
            <a:r>
              <a:rPr lang="en"/>
              <a:t>Hypothesis testing means going out and actually proving that the thought is not accurate!</a:t>
            </a:r>
            <a:endParaRPr/>
          </a:p>
          <a:p>
            <a:pPr indent="0" lvl="0" marL="0" rtl="0" algn="ctr">
              <a:spcBef>
                <a:spcPts val="600"/>
              </a:spcBef>
              <a:spcAft>
                <a:spcPts val="0"/>
              </a:spcAft>
              <a:buClr>
                <a:schemeClr val="dk1"/>
              </a:buClr>
              <a:buSzPts val="1100"/>
              <a:buFont typeface="Arial"/>
              <a:buNone/>
            </a:pPr>
            <a:r>
              <a:t/>
            </a:r>
            <a:endParaRPr/>
          </a:p>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Clr>
                <a:schemeClr val="dk1"/>
              </a:buClr>
              <a:buSzPts val="1100"/>
              <a:buFont typeface="Arial"/>
              <a:buNone/>
            </a:pPr>
            <a:r>
              <a:t/>
            </a:r>
            <a:endParaRPr/>
          </a:p>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None/>
            </a:pPr>
            <a:r>
              <a:t/>
            </a:r>
            <a:endParaRPr b="1"/>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86" name="Shape 86"/>
        <p:cNvGrpSpPr/>
        <p:nvPr/>
      </p:nvGrpSpPr>
      <p:grpSpPr>
        <a:xfrm>
          <a:off x="0" y="0"/>
          <a:ext cx="0" cy="0"/>
          <a:chOff x="0" y="0"/>
          <a:chExt cx="0" cy="0"/>
        </a:xfrm>
      </p:grpSpPr>
      <p:sp>
        <p:nvSpPr>
          <p:cNvPr id="87" name="Google Shape;87;p17"/>
          <p:cNvSpPr txBox="1"/>
          <p:nvPr>
            <p:ph type="title"/>
          </p:nvPr>
        </p:nvSpPr>
        <p:spPr>
          <a:xfrm>
            <a:off x="457200" y="205978"/>
            <a:ext cx="8229600" cy="857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latin typeface="Pacifico"/>
                <a:ea typeface="Pacifico"/>
                <a:cs typeface="Pacifico"/>
                <a:sym typeface="Pacifico"/>
              </a:rPr>
              <a:t>Tip #9</a:t>
            </a:r>
            <a:endParaRPr>
              <a:latin typeface="Pacifico"/>
              <a:ea typeface="Pacifico"/>
              <a:cs typeface="Pacifico"/>
              <a:sym typeface="Pacifico"/>
            </a:endParaRPr>
          </a:p>
        </p:txBody>
      </p:sp>
      <p:sp>
        <p:nvSpPr>
          <p:cNvPr id="88" name="Google Shape;88;p17"/>
          <p:cNvSpPr txBox="1"/>
          <p:nvPr>
            <p:ph idx="1" type="body"/>
          </p:nvPr>
        </p:nvSpPr>
        <p:spPr>
          <a:xfrm>
            <a:off x="457200" y="1200150"/>
            <a:ext cx="8229600" cy="3725700"/>
          </a:xfrm>
          <a:prstGeom prst="rect">
            <a:avLst/>
          </a:prstGeom>
        </p:spPr>
        <p:txBody>
          <a:bodyPr anchorCtr="0" anchor="t" bIns="91425" lIns="91425" spcFirstLastPara="1" rIns="91425" wrap="square" tIns="91425">
            <a:noAutofit/>
          </a:bodyPr>
          <a:lstStyle/>
          <a:p>
            <a:pPr indent="0" lvl="0" marL="0" rtl="0" algn="ctr">
              <a:spcBef>
                <a:spcPts val="600"/>
              </a:spcBef>
              <a:spcAft>
                <a:spcPts val="0"/>
              </a:spcAft>
              <a:buClr>
                <a:schemeClr val="dk1"/>
              </a:buClr>
              <a:buSzPts val="1100"/>
              <a:buFont typeface="Arial"/>
              <a:buNone/>
            </a:pPr>
            <a:r>
              <a:rPr b="1" lang="en">
                <a:solidFill>
                  <a:schemeClr val="dk1"/>
                </a:solidFill>
              </a:rPr>
              <a:t>Create new associations</a:t>
            </a:r>
            <a:endParaRPr b="1">
              <a:solidFill>
                <a:schemeClr val="dk1"/>
              </a:solidFill>
            </a:endParaRPr>
          </a:p>
          <a:p>
            <a:pPr indent="0" lvl="0" marL="0" rtl="0" algn="ctr">
              <a:spcBef>
                <a:spcPts val="600"/>
              </a:spcBef>
              <a:spcAft>
                <a:spcPts val="0"/>
              </a:spcAft>
              <a:buClr>
                <a:schemeClr val="dk1"/>
              </a:buClr>
              <a:buSzPts val="1100"/>
              <a:buFont typeface="Arial"/>
              <a:buNone/>
            </a:pPr>
            <a:r>
              <a:t/>
            </a:r>
            <a:endParaRPr b="1">
              <a:solidFill>
                <a:schemeClr val="dk1"/>
              </a:solidFill>
            </a:endParaRPr>
          </a:p>
          <a:p>
            <a:pPr indent="0" lvl="0" marL="0" rtl="0" algn="ctr">
              <a:spcBef>
                <a:spcPts val="600"/>
              </a:spcBef>
              <a:spcAft>
                <a:spcPts val="0"/>
              </a:spcAft>
              <a:buClr>
                <a:schemeClr val="dk1"/>
              </a:buClr>
              <a:buSzPts val="1100"/>
              <a:buFont typeface="Arial"/>
              <a:buNone/>
            </a:pPr>
            <a:r>
              <a:rPr lang="en">
                <a:solidFill>
                  <a:schemeClr val="dk1"/>
                </a:solidFill>
              </a:rPr>
              <a:t>Create more positive memories, habits, and beliefs to replace the old ones. </a:t>
            </a:r>
            <a:endParaRPr>
              <a:solidFill>
                <a:schemeClr val="dk1"/>
              </a:solidFill>
            </a:endParaRPr>
          </a:p>
          <a:p>
            <a:pPr indent="0" lvl="0" marL="0" rtl="0" algn="ctr">
              <a:spcBef>
                <a:spcPts val="600"/>
              </a:spcBef>
              <a:spcAft>
                <a:spcPts val="0"/>
              </a:spcAft>
              <a:buClr>
                <a:schemeClr val="dk1"/>
              </a:buClr>
              <a:buSzPts val="1100"/>
              <a:buFont typeface="Arial"/>
              <a:buNone/>
            </a:pPr>
            <a:r>
              <a:t/>
            </a:r>
            <a:endParaRPr>
              <a:solidFill>
                <a:schemeClr val="dk1"/>
              </a:solidFill>
            </a:endParaRPr>
          </a:p>
          <a:p>
            <a:pPr indent="0" lvl="0" marL="0" rtl="0" algn="ctr">
              <a:spcBef>
                <a:spcPts val="600"/>
              </a:spcBef>
              <a:spcAft>
                <a:spcPts val="0"/>
              </a:spcAft>
              <a:buClr>
                <a:schemeClr val="dk1"/>
              </a:buClr>
              <a:buSzPts val="1100"/>
              <a:buFont typeface="Arial"/>
              <a:buNone/>
            </a:pPr>
            <a:r>
              <a:t/>
            </a:r>
            <a:endParaRPr/>
          </a:p>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Clr>
                <a:schemeClr val="dk1"/>
              </a:buClr>
              <a:buSzPts val="1100"/>
              <a:buFont typeface="Arial"/>
              <a:buNone/>
            </a:pPr>
            <a:r>
              <a:rPr lang="en"/>
              <a:t>.</a:t>
            </a:r>
            <a:endParaRPr/>
          </a:p>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Clr>
                <a:schemeClr val="dk1"/>
              </a:buClr>
              <a:buSzPts val="1100"/>
              <a:buFont typeface="Arial"/>
              <a:buNone/>
            </a:pPr>
            <a:r>
              <a:t/>
            </a:r>
            <a:endParaRPr/>
          </a:p>
          <a:p>
            <a:pPr indent="0" lvl="0" marL="0" rtl="0" algn="ctr">
              <a:spcBef>
                <a:spcPts val="600"/>
              </a:spcBef>
              <a:spcAft>
                <a:spcPts val="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92" name="Shape 92"/>
        <p:cNvGrpSpPr/>
        <p:nvPr/>
      </p:nvGrpSpPr>
      <p:grpSpPr>
        <a:xfrm>
          <a:off x="0" y="0"/>
          <a:ext cx="0" cy="0"/>
          <a:chOff x="0" y="0"/>
          <a:chExt cx="0" cy="0"/>
        </a:xfrm>
      </p:grpSpPr>
      <p:sp>
        <p:nvSpPr>
          <p:cNvPr id="93" name="Google Shape;93;p18"/>
          <p:cNvSpPr txBox="1"/>
          <p:nvPr>
            <p:ph type="title"/>
          </p:nvPr>
        </p:nvSpPr>
        <p:spPr>
          <a:xfrm>
            <a:off x="457200" y="205978"/>
            <a:ext cx="8229600" cy="857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latin typeface="Pacifico"/>
                <a:ea typeface="Pacifico"/>
                <a:cs typeface="Pacifico"/>
                <a:sym typeface="Pacifico"/>
              </a:rPr>
              <a:t>Tip #10</a:t>
            </a:r>
            <a:endParaRPr>
              <a:latin typeface="Pacifico"/>
              <a:ea typeface="Pacifico"/>
              <a:cs typeface="Pacifico"/>
              <a:sym typeface="Pacifico"/>
            </a:endParaRPr>
          </a:p>
        </p:txBody>
      </p:sp>
      <p:sp>
        <p:nvSpPr>
          <p:cNvPr id="94" name="Google Shape;94;p18"/>
          <p:cNvSpPr txBox="1"/>
          <p:nvPr>
            <p:ph idx="1" type="body"/>
          </p:nvPr>
        </p:nvSpPr>
        <p:spPr>
          <a:xfrm>
            <a:off x="457200" y="1187050"/>
            <a:ext cx="8229600" cy="3725700"/>
          </a:xfrm>
          <a:prstGeom prst="rect">
            <a:avLst/>
          </a:prstGeom>
        </p:spPr>
        <p:txBody>
          <a:bodyPr anchorCtr="0" anchor="t" bIns="91425" lIns="91425" spcFirstLastPara="1" rIns="91425" wrap="square" tIns="91425">
            <a:noAutofit/>
          </a:bodyPr>
          <a:lstStyle/>
          <a:p>
            <a:pPr indent="0" lvl="0" marL="0" rtl="0" algn="ctr">
              <a:spcBef>
                <a:spcPts val="600"/>
              </a:spcBef>
              <a:spcAft>
                <a:spcPts val="0"/>
              </a:spcAft>
              <a:buClr>
                <a:schemeClr val="dk1"/>
              </a:buClr>
              <a:buSzPts val="1100"/>
              <a:buFont typeface="Arial"/>
              <a:buNone/>
            </a:pPr>
            <a:r>
              <a:rPr b="1" lang="en"/>
              <a:t>Forgive yourself</a:t>
            </a:r>
            <a:endParaRPr b="1"/>
          </a:p>
          <a:p>
            <a:pPr indent="0" lvl="0" marL="0" rtl="0" algn="l">
              <a:spcBef>
                <a:spcPts val="600"/>
              </a:spcBef>
              <a:spcAft>
                <a:spcPts val="0"/>
              </a:spcAft>
              <a:buClr>
                <a:schemeClr val="dk1"/>
              </a:buClr>
              <a:buSzPts val="1100"/>
              <a:buFont typeface="Arial"/>
              <a:buNone/>
            </a:pPr>
            <a:r>
              <a:t/>
            </a:r>
            <a:endParaRPr/>
          </a:p>
          <a:p>
            <a:pPr indent="0" lvl="0" marL="0" rtl="0" algn="ctr">
              <a:spcBef>
                <a:spcPts val="600"/>
              </a:spcBef>
              <a:spcAft>
                <a:spcPts val="0"/>
              </a:spcAft>
              <a:buClr>
                <a:schemeClr val="dk1"/>
              </a:buClr>
              <a:buSzPts val="1100"/>
              <a:buFont typeface="Arial"/>
              <a:buNone/>
            </a:pPr>
            <a:r>
              <a:rPr lang="en"/>
              <a:t>Letting go of painful memories also means learning to forgive yourself with self compassion.</a:t>
            </a:r>
            <a:endParaRPr/>
          </a:p>
          <a:p>
            <a:pPr indent="0" lvl="0" marL="0" rtl="0" algn="ctr">
              <a:spcBef>
                <a:spcPts val="600"/>
              </a:spcBef>
              <a:spcAft>
                <a:spcPts val="0"/>
              </a:spcAft>
              <a:buClr>
                <a:schemeClr val="dk1"/>
              </a:buClr>
              <a:buSzPts val="1100"/>
              <a:buFont typeface="Arial"/>
              <a:buNone/>
            </a:pPr>
            <a:r>
              <a:t/>
            </a:r>
            <a:endParaRPr/>
          </a:p>
          <a:p>
            <a:pPr indent="0" lvl="0" marL="0" rtl="0" algn="ctr">
              <a:spcBef>
                <a:spcPts val="600"/>
              </a:spcBef>
              <a:spcAft>
                <a:spcPts val="0"/>
              </a:spcAft>
              <a:buClr>
                <a:schemeClr val="dk1"/>
              </a:buClr>
              <a:buSzPts val="1100"/>
              <a:buFont typeface="Arial"/>
              <a:buNone/>
            </a:pPr>
            <a:r>
              <a:t/>
            </a:r>
            <a:endParaRPr/>
          </a:p>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Clr>
                <a:schemeClr val="dk1"/>
              </a:buClr>
              <a:buSzPts val="1100"/>
              <a:buFont typeface="Arial"/>
              <a:buNone/>
            </a:pPr>
            <a:r>
              <a:t/>
            </a:r>
            <a:endParaRPr/>
          </a:p>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None/>
            </a:pPr>
            <a:r>
              <a:t/>
            </a:r>
            <a:endParaRPr b="1"/>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98" name="Shape 98"/>
        <p:cNvGrpSpPr/>
        <p:nvPr/>
      </p:nvGrpSpPr>
      <p:grpSpPr>
        <a:xfrm>
          <a:off x="0" y="0"/>
          <a:ext cx="0" cy="0"/>
          <a:chOff x="0" y="0"/>
          <a:chExt cx="0" cy="0"/>
        </a:xfrm>
      </p:grpSpPr>
      <p:sp>
        <p:nvSpPr>
          <p:cNvPr id="99" name="Google Shape;99;p19"/>
          <p:cNvSpPr txBox="1"/>
          <p:nvPr>
            <p:ph type="title"/>
          </p:nvPr>
        </p:nvSpPr>
        <p:spPr>
          <a:xfrm>
            <a:off x="457200" y="205978"/>
            <a:ext cx="8229600" cy="857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latin typeface="Pacifico"/>
                <a:ea typeface="Pacifico"/>
                <a:cs typeface="Pacifico"/>
                <a:sym typeface="Pacifico"/>
              </a:rPr>
              <a:t>Tip #11</a:t>
            </a:r>
            <a:endParaRPr>
              <a:latin typeface="Pacifico"/>
              <a:ea typeface="Pacifico"/>
              <a:cs typeface="Pacifico"/>
              <a:sym typeface="Pacifico"/>
            </a:endParaRPr>
          </a:p>
        </p:txBody>
      </p:sp>
      <p:sp>
        <p:nvSpPr>
          <p:cNvPr id="100" name="Google Shape;100;p19"/>
          <p:cNvSpPr txBox="1"/>
          <p:nvPr>
            <p:ph idx="1" type="body"/>
          </p:nvPr>
        </p:nvSpPr>
        <p:spPr>
          <a:xfrm>
            <a:off x="457200" y="384950"/>
            <a:ext cx="8229600" cy="4437900"/>
          </a:xfrm>
          <a:prstGeom prst="rect">
            <a:avLst/>
          </a:prstGeom>
        </p:spPr>
        <p:txBody>
          <a:bodyPr anchorCtr="0" anchor="t" bIns="91425" lIns="91425" spcFirstLastPara="1" rIns="91425" wrap="square" tIns="91425">
            <a:noAutofit/>
          </a:bodyPr>
          <a:lstStyle/>
          <a:p>
            <a:pPr indent="0" lvl="0" marL="0" rtl="0" algn="ctr">
              <a:spcBef>
                <a:spcPts val="600"/>
              </a:spcBef>
              <a:spcAft>
                <a:spcPts val="0"/>
              </a:spcAft>
              <a:buNone/>
            </a:pPr>
            <a:r>
              <a:t/>
            </a:r>
            <a:endParaRPr b="1"/>
          </a:p>
          <a:p>
            <a:pPr indent="0" lvl="0" marL="0" rtl="0" algn="ctr">
              <a:spcBef>
                <a:spcPts val="600"/>
              </a:spcBef>
              <a:spcAft>
                <a:spcPts val="0"/>
              </a:spcAft>
              <a:buClr>
                <a:schemeClr val="dk1"/>
              </a:buClr>
              <a:buSzPts val="1100"/>
              <a:buFont typeface="Arial"/>
              <a:buNone/>
            </a:pPr>
            <a:r>
              <a:rPr b="1" lang="en"/>
              <a:t>Stay away from negative people</a:t>
            </a:r>
            <a:endParaRPr b="1"/>
          </a:p>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Clr>
                <a:schemeClr val="dk1"/>
              </a:buClr>
              <a:buSzPts val="1100"/>
              <a:buFont typeface="Arial"/>
              <a:buNone/>
            </a:pPr>
            <a:r>
              <a:rPr lang="en"/>
              <a:t>Some people are toxic and bring negativity into your life – learn to avoid them.</a:t>
            </a:r>
            <a:endParaRPr/>
          </a:p>
          <a:p>
            <a:pPr indent="0" lvl="0" marL="0" rtl="0" algn="ctr">
              <a:spcBef>
                <a:spcPts val="600"/>
              </a:spcBef>
              <a:spcAft>
                <a:spcPts val="0"/>
              </a:spcAft>
              <a:buClr>
                <a:schemeClr val="dk1"/>
              </a:buClr>
              <a:buSzPts val="1100"/>
              <a:buFont typeface="Arial"/>
              <a:buNone/>
            </a:pPr>
            <a:r>
              <a:t/>
            </a:r>
            <a:endParaRPr/>
          </a:p>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Clr>
                <a:schemeClr val="dk1"/>
              </a:buClr>
              <a:buSzPts val="1100"/>
              <a:buFont typeface="Arial"/>
              <a:buNone/>
            </a:pPr>
            <a:r>
              <a:t/>
            </a:r>
            <a:endParaRPr b="1"/>
          </a:p>
          <a:p>
            <a:pPr indent="0" lvl="0" marL="0" rtl="0" algn="l">
              <a:spcBef>
                <a:spcPts val="600"/>
              </a:spcBef>
              <a:spcAft>
                <a:spcPts val="0"/>
              </a:spcAft>
              <a:buClr>
                <a:schemeClr val="dk1"/>
              </a:buClr>
              <a:buSzPts val="1100"/>
              <a:buFont typeface="Arial"/>
              <a:buNone/>
            </a:pPr>
            <a:r>
              <a:t/>
            </a:r>
            <a:endParaRPr b="1"/>
          </a:p>
          <a:p>
            <a:pPr indent="0" lvl="0" marL="0" rtl="0" algn="l">
              <a:spcBef>
                <a:spcPts val="600"/>
              </a:spcBef>
              <a:spcAft>
                <a:spcPts val="0"/>
              </a:spcAft>
              <a:buClr>
                <a:schemeClr val="dk1"/>
              </a:buClr>
              <a:buSzPts val="1100"/>
              <a:buFont typeface="Arial"/>
              <a:buNone/>
            </a:pPr>
            <a:r>
              <a:t/>
            </a:r>
            <a:endParaRPr b="1"/>
          </a:p>
          <a:p>
            <a:pPr indent="0" lvl="0" marL="0" rtl="0" algn="l">
              <a:spcBef>
                <a:spcPts val="600"/>
              </a:spcBef>
              <a:spcAft>
                <a:spcPts val="0"/>
              </a:spcAft>
              <a:buClr>
                <a:schemeClr val="dk1"/>
              </a:buClr>
              <a:buSzPts val="1100"/>
              <a:buFont typeface="Arial"/>
              <a:buNone/>
            </a:pPr>
            <a:r>
              <a:t/>
            </a:r>
            <a:endParaRPr b="1"/>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04" name="Shape 104"/>
        <p:cNvGrpSpPr/>
        <p:nvPr/>
      </p:nvGrpSpPr>
      <p:grpSpPr>
        <a:xfrm>
          <a:off x="0" y="0"/>
          <a:ext cx="0" cy="0"/>
          <a:chOff x="0" y="0"/>
          <a:chExt cx="0" cy="0"/>
        </a:xfrm>
      </p:grpSpPr>
      <p:sp>
        <p:nvSpPr>
          <p:cNvPr id="105" name="Google Shape;105;p20"/>
          <p:cNvSpPr txBox="1"/>
          <p:nvPr>
            <p:ph type="title"/>
          </p:nvPr>
        </p:nvSpPr>
        <p:spPr>
          <a:xfrm>
            <a:off x="457200" y="205978"/>
            <a:ext cx="8229600" cy="857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latin typeface="Pacifico"/>
                <a:ea typeface="Pacifico"/>
                <a:cs typeface="Pacifico"/>
                <a:sym typeface="Pacifico"/>
              </a:rPr>
              <a:t>Tip #12</a:t>
            </a:r>
            <a:endParaRPr>
              <a:latin typeface="Pacifico"/>
              <a:ea typeface="Pacifico"/>
              <a:cs typeface="Pacifico"/>
              <a:sym typeface="Pacifico"/>
            </a:endParaRPr>
          </a:p>
        </p:txBody>
      </p:sp>
      <p:sp>
        <p:nvSpPr>
          <p:cNvPr id="106" name="Google Shape;106;p20"/>
          <p:cNvSpPr txBox="1"/>
          <p:nvPr>
            <p:ph idx="1" type="body"/>
          </p:nvPr>
        </p:nvSpPr>
        <p:spPr>
          <a:xfrm>
            <a:off x="457200" y="387450"/>
            <a:ext cx="8229600" cy="4189200"/>
          </a:xfrm>
          <a:prstGeom prst="rect">
            <a:avLst/>
          </a:prstGeom>
        </p:spPr>
        <p:txBody>
          <a:bodyPr anchorCtr="0" anchor="t" bIns="91425" lIns="91425" spcFirstLastPara="1" rIns="91425" wrap="square" tIns="91425">
            <a:noAutofit/>
          </a:bodyPr>
          <a:lstStyle/>
          <a:p>
            <a:pPr indent="0" lvl="0" marL="0" rtl="0" algn="ctr">
              <a:spcBef>
                <a:spcPts val="600"/>
              </a:spcBef>
              <a:spcAft>
                <a:spcPts val="0"/>
              </a:spcAft>
              <a:buNone/>
            </a:pPr>
            <a:r>
              <a:rPr b="1" lang="en"/>
              <a:t> </a:t>
            </a:r>
            <a:endParaRPr b="1"/>
          </a:p>
          <a:p>
            <a:pPr indent="0" lvl="0" marL="0" rtl="0" algn="ctr">
              <a:spcBef>
                <a:spcPts val="600"/>
              </a:spcBef>
              <a:spcAft>
                <a:spcPts val="0"/>
              </a:spcAft>
              <a:buClr>
                <a:schemeClr val="dk1"/>
              </a:buClr>
              <a:buSzPts val="1100"/>
              <a:buFont typeface="Arial"/>
              <a:buNone/>
            </a:pPr>
            <a:r>
              <a:rPr b="1" lang="en"/>
              <a:t>Use post-its with positive affirmations</a:t>
            </a:r>
            <a:endParaRPr b="1"/>
          </a:p>
          <a:p>
            <a:pPr indent="0" lvl="0" marL="0" rtl="0" algn="l">
              <a:spcBef>
                <a:spcPts val="600"/>
              </a:spcBef>
              <a:spcAft>
                <a:spcPts val="0"/>
              </a:spcAft>
              <a:buClr>
                <a:schemeClr val="dk1"/>
              </a:buClr>
              <a:buSzPts val="1100"/>
              <a:buFont typeface="Arial"/>
              <a:buNone/>
            </a:pPr>
            <a:r>
              <a:t/>
            </a:r>
            <a:endParaRPr/>
          </a:p>
          <a:p>
            <a:pPr indent="0" lvl="0" marL="0" rtl="0" algn="ctr">
              <a:spcBef>
                <a:spcPts val="600"/>
              </a:spcBef>
              <a:spcAft>
                <a:spcPts val="0"/>
              </a:spcAft>
              <a:buClr>
                <a:schemeClr val="dk1"/>
              </a:buClr>
              <a:buSzPts val="1100"/>
              <a:buFont typeface="Arial"/>
              <a:buNone/>
            </a:pPr>
            <a:r>
              <a:rPr lang="en"/>
              <a:t>This is a great way to remind yourself to think more positively as you go about your routine and home.</a:t>
            </a:r>
            <a:endParaRPr/>
          </a:p>
          <a:p>
            <a:pPr indent="0" lvl="0" marL="0" rtl="0" algn="ctr">
              <a:spcBef>
                <a:spcPts val="600"/>
              </a:spcBef>
              <a:spcAft>
                <a:spcPts val="0"/>
              </a:spcAft>
              <a:buClr>
                <a:schemeClr val="dk1"/>
              </a:buClr>
              <a:buSzPts val="1100"/>
              <a:buFont typeface="Arial"/>
              <a:buNone/>
            </a:pPr>
            <a:r>
              <a:t/>
            </a:r>
            <a:endParaRPr/>
          </a:p>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Clr>
                <a:schemeClr val="dk1"/>
              </a:buClr>
              <a:buSzPts val="1100"/>
              <a:buFont typeface="Arial"/>
              <a:buNone/>
            </a:pPr>
            <a:r>
              <a:t/>
            </a:r>
            <a:endParaRPr/>
          </a:p>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Clr>
                <a:schemeClr val="dk1"/>
              </a:buClr>
              <a:buSzPts val="1100"/>
              <a:buFont typeface="Arial"/>
              <a:buNone/>
            </a:pPr>
            <a:r>
              <a:t/>
            </a:r>
            <a:endParaRPr/>
          </a:p>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Clr>
                <a:schemeClr val="dk1"/>
              </a:buClr>
              <a:buSzPts val="1100"/>
              <a:buFont typeface="Arial"/>
              <a:buNone/>
            </a:pPr>
            <a:r>
              <a:t/>
            </a:r>
            <a:endParaRPr/>
          </a:p>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None/>
            </a:pPr>
            <a:r>
              <a:t/>
            </a:r>
            <a:endParaRPr b="1"/>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10" name="Shape 110"/>
        <p:cNvGrpSpPr/>
        <p:nvPr/>
      </p:nvGrpSpPr>
      <p:grpSpPr>
        <a:xfrm>
          <a:off x="0" y="0"/>
          <a:ext cx="0" cy="0"/>
          <a:chOff x="0" y="0"/>
          <a:chExt cx="0" cy="0"/>
        </a:xfrm>
      </p:grpSpPr>
      <p:sp>
        <p:nvSpPr>
          <p:cNvPr id="111" name="Google Shape;111;p21"/>
          <p:cNvSpPr txBox="1"/>
          <p:nvPr>
            <p:ph type="title"/>
          </p:nvPr>
        </p:nvSpPr>
        <p:spPr>
          <a:xfrm>
            <a:off x="457200" y="205978"/>
            <a:ext cx="8229600" cy="857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latin typeface="Pacifico"/>
                <a:ea typeface="Pacifico"/>
                <a:cs typeface="Pacifico"/>
                <a:sym typeface="Pacifico"/>
              </a:rPr>
              <a:t>Tip #13</a:t>
            </a:r>
            <a:endParaRPr>
              <a:latin typeface="Pacifico"/>
              <a:ea typeface="Pacifico"/>
              <a:cs typeface="Pacifico"/>
              <a:sym typeface="Pacifico"/>
            </a:endParaRPr>
          </a:p>
        </p:txBody>
      </p:sp>
      <p:sp>
        <p:nvSpPr>
          <p:cNvPr id="112" name="Google Shape;112;p21"/>
          <p:cNvSpPr txBox="1"/>
          <p:nvPr>
            <p:ph idx="1" type="body"/>
          </p:nvPr>
        </p:nvSpPr>
        <p:spPr>
          <a:xfrm>
            <a:off x="531875" y="472050"/>
            <a:ext cx="8229600" cy="45645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b="1" lang="en"/>
              <a:t> </a:t>
            </a:r>
            <a:endParaRPr b="1"/>
          </a:p>
          <a:p>
            <a:pPr indent="0" lvl="0" marL="0" rtl="0" algn="ctr">
              <a:spcBef>
                <a:spcPts val="600"/>
              </a:spcBef>
              <a:spcAft>
                <a:spcPts val="0"/>
              </a:spcAft>
              <a:buClr>
                <a:schemeClr val="dk1"/>
              </a:buClr>
              <a:buSzPts val="1100"/>
              <a:buFont typeface="Arial"/>
              <a:buNone/>
            </a:pPr>
            <a:r>
              <a:rPr b="1" lang="en"/>
              <a:t>Try fear setting</a:t>
            </a:r>
            <a:endParaRPr b="1"/>
          </a:p>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Clr>
                <a:schemeClr val="dk1"/>
              </a:buClr>
              <a:buSzPts val="1100"/>
              <a:buFont typeface="Arial"/>
              <a:buNone/>
            </a:pPr>
            <a:r>
              <a:rPr lang="en"/>
              <a:t>This is an exercise from Tim Ferris that involves writing down your fears and then demonstrating to yourself why they are invalid.</a:t>
            </a:r>
            <a:endParaRPr/>
          </a:p>
          <a:p>
            <a:pPr indent="0" lvl="0" marL="0" rtl="0" algn="ctr">
              <a:spcBef>
                <a:spcPts val="600"/>
              </a:spcBef>
              <a:spcAft>
                <a:spcPts val="0"/>
              </a:spcAft>
              <a:buClr>
                <a:schemeClr val="dk1"/>
              </a:buClr>
              <a:buSzPts val="1100"/>
              <a:buFont typeface="Arial"/>
              <a:buNone/>
            </a:pPr>
            <a:r>
              <a:t/>
            </a:r>
            <a:endParaRPr/>
          </a:p>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Clr>
                <a:schemeClr val="dk1"/>
              </a:buClr>
              <a:buSzPts val="1100"/>
              <a:buFont typeface="Arial"/>
              <a:buNone/>
            </a:pPr>
            <a:r>
              <a:t/>
            </a:r>
            <a:endParaRPr/>
          </a:p>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None/>
            </a:pPr>
            <a:r>
              <a:t/>
            </a:r>
            <a:endParaRPr b="1"/>
          </a:p>
          <a:p>
            <a:pPr indent="0" lvl="0" marL="0" rtl="0" algn="ctr">
              <a:spcBef>
                <a:spcPts val="600"/>
              </a:spcBef>
              <a:spcAft>
                <a:spcPts val="0"/>
              </a:spcAft>
              <a:buNone/>
            </a:pPr>
            <a:r>
              <a:t/>
            </a:r>
            <a:endParaRPr b="1"/>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16" name="Shape 116"/>
        <p:cNvGrpSpPr/>
        <p:nvPr/>
      </p:nvGrpSpPr>
      <p:grpSpPr>
        <a:xfrm>
          <a:off x="0" y="0"/>
          <a:ext cx="0" cy="0"/>
          <a:chOff x="0" y="0"/>
          <a:chExt cx="0" cy="0"/>
        </a:xfrm>
      </p:grpSpPr>
      <p:sp>
        <p:nvSpPr>
          <p:cNvPr id="117" name="Google Shape;117;p22"/>
          <p:cNvSpPr txBox="1"/>
          <p:nvPr>
            <p:ph type="title"/>
          </p:nvPr>
        </p:nvSpPr>
        <p:spPr>
          <a:xfrm>
            <a:off x="457200" y="205978"/>
            <a:ext cx="8229600" cy="857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latin typeface="Pacifico"/>
                <a:ea typeface="Pacifico"/>
                <a:cs typeface="Pacifico"/>
                <a:sym typeface="Pacifico"/>
              </a:rPr>
              <a:t>Tip #14</a:t>
            </a:r>
            <a:endParaRPr>
              <a:latin typeface="Pacifico"/>
              <a:ea typeface="Pacifico"/>
              <a:cs typeface="Pacifico"/>
              <a:sym typeface="Pacifico"/>
            </a:endParaRPr>
          </a:p>
        </p:txBody>
      </p:sp>
      <p:sp>
        <p:nvSpPr>
          <p:cNvPr id="118" name="Google Shape;118;p22"/>
          <p:cNvSpPr txBox="1"/>
          <p:nvPr>
            <p:ph idx="1" type="body"/>
          </p:nvPr>
        </p:nvSpPr>
        <p:spPr>
          <a:xfrm>
            <a:off x="457200" y="429600"/>
            <a:ext cx="8229600" cy="4093800"/>
          </a:xfrm>
          <a:prstGeom prst="rect">
            <a:avLst/>
          </a:prstGeom>
        </p:spPr>
        <p:txBody>
          <a:bodyPr anchorCtr="0" anchor="t" bIns="91425" lIns="91425" spcFirstLastPara="1" rIns="91425" wrap="square" tIns="91425">
            <a:noAutofit/>
          </a:bodyPr>
          <a:lstStyle/>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Clr>
                <a:schemeClr val="dk1"/>
              </a:buClr>
              <a:buSzPts val="1100"/>
              <a:buFont typeface="Arial"/>
              <a:buNone/>
            </a:pPr>
            <a:r>
              <a:rPr b="1" lang="en"/>
              <a:t>Write down things you are grateful for</a:t>
            </a:r>
            <a:endParaRPr b="1"/>
          </a:p>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Clr>
                <a:schemeClr val="dk1"/>
              </a:buClr>
              <a:buSzPts val="1100"/>
              <a:buFont typeface="Arial"/>
              <a:buNone/>
            </a:pPr>
            <a:r>
              <a:rPr lang="en"/>
              <a:t>This shifts your focus and makes you more grateful (and thus happy) as your “default” emotion!</a:t>
            </a:r>
            <a:endParaRPr/>
          </a:p>
          <a:p>
            <a:pPr indent="0" lvl="0" marL="0" rtl="0" algn="ctr">
              <a:spcBef>
                <a:spcPts val="600"/>
              </a:spcBef>
              <a:spcAft>
                <a:spcPts val="0"/>
              </a:spcAft>
              <a:buClr>
                <a:schemeClr val="dk1"/>
              </a:buClr>
              <a:buSzPts val="1100"/>
              <a:buFont typeface="Arial"/>
              <a:buNone/>
            </a:pPr>
            <a:r>
              <a:t/>
            </a:r>
            <a:endParaRPr/>
          </a:p>
          <a:p>
            <a:pPr indent="0" lvl="0" marL="0" rtl="0" algn="ctr">
              <a:spcBef>
                <a:spcPts val="600"/>
              </a:spcBef>
              <a:spcAft>
                <a:spcPts val="0"/>
              </a:spcAft>
              <a:buClr>
                <a:schemeClr val="dk1"/>
              </a:buClr>
              <a:buSzPts val="1100"/>
              <a:buFont typeface="Arial"/>
              <a:buNone/>
            </a:pPr>
            <a:r>
              <a:t/>
            </a:r>
            <a:endParaRPr/>
          </a:p>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Clr>
                <a:schemeClr val="dk1"/>
              </a:buClr>
              <a:buSzPts val="1100"/>
              <a:buFont typeface="Arial"/>
              <a:buNone/>
            </a:pPr>
            <a:r>
              <a:rPr b="1" lang="en"/>
              <a:t> 	</a:t>
            </a:r>
            <a:endParaRPr b="1"/>
          </a:p>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Clr>
                <a:schemeClr val="dk1"/>
              </a:buClr>
              <a:buSzPts val="1100"/>
              <a:buFont typeface="Arial"/>
              <a:buNone/>
            </a:pPr>
            <a:r>
              <a:t/>
            </a:r>
            <a:endParaRPr/>
          </a:p>
          <a:p>
            <a:pPr indent="0" lvl="0" marL="0" rtl="0" algn="ctr">
              <a:spcBef>
                <a:spcPts val="600"/>
              </a:spcBef>
              <a:spcAft>
                <a:spcPts val="0"/>
              </a:spcAft>
              <a:buNone/>
            </a:pPr>
            <a:r>
              <a:t/>
            </a:r>
            <a:endParaRPr sz="24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22" name="Shape 122"/>
        <p:cNvGrpSpPr/>
        <p:nvPr/>
      </p:nvGrpSpPr>
      <p:grpSpPr>
        <a:xfrm>
          <a:off x="0" y="0"/>
          <a:ext cx="0" cy="0"/>
          <a:chOff x="0" y="0"/>
          <a:chExt cx="0" cy="0"/>
        </a:xfrm>
      </p:grpSpPr>
      <p:sp>
        <p:nvSpPr>
          <p:cNvPr id="123" name="Google Shape;123;p23"/>
          <p:cNvSpPr txBox="1"/>
          <p:nvPr>
            <p:ph type="title"/>
          </p:nvPr>
        </p:nvSpPr>
        <p:spPr>
          <a:xfrm>
            <a:off x="457200" y="205978"/>
            <a:ext cx="8229600" cy="857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latin typeface="Pacifico"/>
                <a:ea typeface="Pacifico"/>
                <a:cs typeface="Pacifico"/>
                <a:sym typeface="Pacifico"/>
              </a:rPr>
              <a:t>Tip #15</a:t>
            </a:r>
            <a:endParaRPr>
              <a:latin typeface="Pacifico"/>
              <a:ea typeface="Pacifico"/>
              <a:cs typeface="Pacifico"/>
              <a:sym typeface="Pacifico"/>
            </a:endParaRPr>
          </a:p>
        </p:txBody>
      </p:sp>
      <p:sp>
        <p:nvSpPr>
          <p:cNvPr id="124" name="Google Shape;124;p23"/>
          <p:cNvSpPr txBox="1"/>
          <p:nvPr>
            <p:ph idx="1" type="body"/>
          </p:nvPr>
        </p:nvSpPr>
        <p:spPr>
          <a:xfrm>
            <a:off x="556000" y="549250"/>
            <a:ext cx="8229600" cy="4092900"/>
          </a:xfrm>
          <a:prstGeom prst="rect">
            <a:avLst/>
          </a:prstGeom>
        </p:spPr>
        <p:txBody>
          <a:bodyPr anchorCtr="0" anchor="t" bIns="91425" lIns="91425" spcFirstLastPara="1" rIns="91425" wrap="square" tIns="91425">
            <a:noAutofit/>
          </a:bodyPr>
          <a:lstStyle/>
          <a:p>
            <a:pPr indent="0" lvl="0" marL="0" rtl="0" algn="ctr">
              <a:spcBef>
                <a:spcPts val="600"/>
              </a:spcBef>
              <a:spcAft>
                <a:spcPts val="0"/>
              </a:spcAft>
              <a:buNone/>
            </a:pPr>
            <a:r>
              <a:t/>
            </a:r>
            <a:endParaRPr b="1"/>
          </a:p>
          <a:p>
            <a:pPr indent="0" lvl="0" marL="0" rtl="0" algn="ctr">
              <a:spcBef>
                <a:spcPts val="600"/>
              </a:spcBef>
              <a:spcAft>
                <a:spcPts val="0"/>
              </a:spcAft>
              <a:buClr>
                <a:schemeClr val="dk1"/>
              </a:buClr>
              <a:buSzPts val="1100"/>
              <a:buFont typeface="Arial"/>
              <a:buNone/>
            </a:pPr>
            <a:r>
              <a:rPr b="1" lang="en"/>
              <a:t>Ask what advice you’d give to someone else</a:t>
            </a:r>
            <a:endParaRPr b="1"/>
          </a:p>
          <a:p>
            <a:pPr indent="0" lvl="0" marL="0" rtl="0" algn="l">
              <a:spcBef>
                <a:spcPts val="600"/>
              </a:spcBef>
              <a:spcAft>
                <a:spcPts val="0"/>
              </a:spcAft>
              <a:buClr>
                <a:schemeClr val="dk1"/>
              </a:buClr>
              <a:buSzPts val="1100"/>
              <a:buFont typeface="Arial"/>
              <a:buNone/>
            </a:pPr>
            <a:r>
              <a:t/>
            </a:r>
            <a:endParaRPr/>
          </a:p>
          <a:p>
            <a:pPr indent="0" lvl="0" marL="0" rtl="0" algn="ctr">
              <a:spcBef>
                <a:spcPts val="600"/>
              </a:spcBef>
              <a:spcAft>
                <a:spcPts val="0"/>
              </a:spcAft>
              <a:buClr>
                <a:schemeClr val="dk1"/>
              </a:buClr>
              <a:buSzPts val="1100"/>
              <a:buFont typeface="Arial"/>
              <a:buNone/>
            </a:pPr>
            <a:r>
              <a:rPr lang="en"/>
              <a:t>If you’re not sure what to do, ask what advice you would give someone in your same situation!</a:t>
            </a:r>
            <a:endParaRPr/>
          </a:p>
          <a:p>
            <a:pPr indent="0" lvl="0" marL="0" rtl="0" algn="ctr">
              <a:spcBef>
                <a:spcPts val="600"/>
              </a:spcBef>
              <a:spcAft>
                <a:spcPts val="0"/>
              </a:spcAft>
              <a:buClr>
                <a:schemeClr val="dk1"/>
              </a:buClr>
              <a:buSzPts val="1100"/>
              <a:buFont typeface="Arial"/>
              <a:buNone/>
            </a:pPr>
            <a:r>
              <a:t/>
            </a:r>
            <a:endParaRPr/>
          </a:p>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Clr>
                <a:schemeClr val="dk1"/>
              </a:buClr>
              <a:buSzPts val="1100"/>
              <a:buFont typeface="Arial"/>
              <a:buNone/>
            </a:pPr>
            <a:r>
              <a:t/>
            </a:r>
            <a:endParaRPr/>
          </a:p>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Clr>
                <a:schemeClr val="dk1"/>
              </a:buClr>
              <a:buSzPts val="1100"/>
              <a:buFont typeface="Arial"/>
              <a:buNone/>
            </a:pPr>
            <a:r>
              <a:t/>
            </a:r>
            <a:endParaRPr/>
          </a:p>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None/>
            </a:pPr>
            <a:r>
              <a:t/>
            </a:r>
            <a:endParaRPr b="1"/>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28" name="Shape 128"/>
        <p:cNvGrpSpPr/>
        <p:nvPr/>
      </p:nvGrpSpPr>
      <p:grpSpPr>
        <a:xfrm>
          <a:off x="0" y="0"/>
          <a:ext cx="0" cy="0"/>
          <a:chOff x="0" y="0"/>
          <a:chExt cx="0" cy="0"/>
        </a:xfrm>
      </p:grpSpPr>
      <p:sp>
        <p:nvSpPr>
          <p:cNvPr id="129" name="Google Shape;129;p24"/>
          <p:cNvSpPr txBox="1"/>
          <p:nvPr>
            <p:ph type="title"/>
          </p:nvPr>
        </p:nvSpPr>
        <p:spPr>
          <a:xfrm>
            <a:off x="457200" y="205978"/>
            <a:ext cx="8229600" cy="857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latin typeface="Pacifico"/>
                <a:ea typeface="Pacifico"/>
                <a:cs typeface="Pacifico"/>
                <a:sym typeface="Pacifico"/>
              </a:rPr>
              <a:t>Tip #16</a:t>
            </a:r>
            <a:endParaRPr>
              <a:latin typeface="Pacifico"/>
              <a:ea typeface="Pacifico"/>
              <a:cs typeface="Pacifico"/>
              <a:sym typeface="Pacifico"/>
            </a:endParaRPr>
          </a:p>
        </p:txBody>
      </p:sp>
      <p:sp>
        <p:nvSpPr>
          <p:cNvPr id="130" name="Google Shape;130;p24"/>
          <p:cNvSpPr txBox="1"/>
          <p:nvPr>
            <p:ph idx="1" type="body"/>
          </p:nvPr>
        </p:nvSpPr>
        <p:spPr>
          <a:xfrm>
            <a:off x="510900" y="563025"/>
            <a:ext cx="8229600" cy="4123500"/>
          </a:xfrm>
          <a:prstGeom prst="rect">
            <a:avLst/>
          </a:prstGeom>
        </p:spPr>
        <p:txBody>
          <a:bodyPr anchorCtr="0" anchor="t" bIns="91425" lIns="91425" spcFirstLastPara="1" rIns="91425" wrap="square" tIns="91425">
            <a:noAutofit/>
          </a:bodyPr>
          <a:lstStyle/>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Clr>
                <a:schemeClr val="dk1"/>
              </a:buClr>
              <a:buSzPts val="1100"/>
              <a:buFont typeface="Arial"/>
              <a:buNone/>
            </a:pPr>
            <a:r>
              <a:rPr b="1" lang="en"/>
              <a:t>Dress for the life you want</a:t>
            </a:r>
            <a:endParaRPr b="1"/>
          </a:p>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Clr>
                <a:schemeClr val="dk1"/>
              </a:buClr>
              <a:buSzPts val="1100"/>
              <a:buFont typeface="Arial"/>
              <a:buNone/>
            </a:pPr>
            <a:r>
              <a:rPr lang="en"/>
              <a:t>Not just the job you want! The law of attraction can do the rest.</a:t>
            </a:r>
            <a:endParaRPr/>
          </a:p>
          <a:p>
            <a:pPr indent="0" lvl="0" marL="0" rtl="0" algn="ctr">
              <a:spcBef>
                <a:spcPts val="600"/>
              </a:spcBef>
              <a:spcAft>
                <a:spcPts val="0"/>
              </a:spcAft>
              <a:buClr>
                <a:schemeClr val="dk1"/>
              </a:buClr>
              <a:buSzPts val="1100"/>
              <a:buFont typeface="Arial"/>
              <a:buNone/>
            </a:pPr>
            <a:r>
              <a:t/>
            </a:r>
            <a:endParaRPr/>
          </a:p>
          <a:p>
            <a:pPr indent="0" lvl="0" marL="0" rtl="0" algn="ctr">
              <a:spcBef>
                <a:spcPts val="600"/>
              </a:spcBef>
              <a:spcAft>
                <a:spcPts val="0"/>
              </a:spcAft>
              <a:buClr>
                <a:schemeClr val="dk1"/>
              </a:buClr>
              <a:buSzPts val="1100"/>
              <a:buFont typeface="Arial"/>
              <a:buNone/>
            </a:pPr>
            <a:r>
              <a:t/>
            </a:r>
            <a:endParaRPr/>
          </a:p>
          <a:p>
            <a:pPr indent="0" lvl="0" marL="0" rtl="0" algn="ctr">
              <a:spcBef>
                <a:spcPts val="600"/>
              </a:spcBef>
              <a:spcAft>
                <a:spcPts val="0"/>
              </a:spcAft>
              <a:buClr>
                <a:schemeClr val="dk1"/>
              </a:buClr>
              <a:buSzPts val="1100"/>
              <a:buFont typeface="Arial"/>
              <a:buNone/>
            </a:pPr>
            <a:r>
              <a:t/>
            </a:r>
            <a:endParaRPr/>
          </a:p>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None/>
            </a:pPr>
            <a:r>
              <a:t/>
            </a:r>
            <a:endParaRPr b="1"/>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34" name="Shape 134"/>
        <p:cNvGrpSpPr/>
        <p:nvPr/>
      </p:nvGrpSpPr>
      <p:grpSpPr>
        <a:xfrm>
          <a:off x="0" y="0"/>
          <a:ext cx="0" cy="0"/>
          <a:chOff x="0" y="0"/>
          <a:chExt cx="0" cy="0"/>
        </a:xfrm>
      </p:grpSpPr>
      <p:sp>
        <p:nvSpPr>
          <p:cNvPr id="135" name="Google Shape;135;p25"/>
          <p:cNvSpPr txBox="1"/>
          <p:nvPr>
            <p:ph type="title"/>
          </p:nvPr>
        </p:nvSpPr>
        <p:spPr>
          <a:xfrm>
            <a:off x="457200" y="205978"/>
            <a:ext cx="8229600" cy="857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latin typeface="Pacifico"/>
                <a:ea typeface="Pacifico"/>
                <a:cs typeface="Pacifico"/>
                <a:sym typeface="Pacifico"/>
              </a:rPr>
              <a:t>Tip #17</a:t>
            </a:r>
            <a:endParaRPr>
              <a:latin typeface="Pacifico"/>
              <a:ea typeface="Pacifico"/>
              <a:cs typeface="Pacifico"/>
              <a:sym typeface="Pacifico"/>
            </a:endParaRPr>
          </a:p>
        </p:txBody>
      </p:sp>
      <p:sp>
        <p:nvSpPr>
          <p:cNvPr id="136" name="Google Shape;136;p25"/>
          <p:cNvSpPr txBox="1"/>
          <p:nvPr>
            <p:ph idx="1" type="body"/>
          </p:nvPr>
        </p:nvSpPr>
        <p:spPr>
          <a:xfrm>
            <a:off x="648550" y="432375"/>
            <a:ext cx="8229600" cy="4161000"/>
          </a:xfrm>
          <a:prstGeom prst="rect">
            <a:avLst/>
          </a:prstGeom>
        </p:spPr>
        <p:txBody>
          <a:bodyPr anchorCtr="0" anchor="t" bIns="91425" lIns="91425" spcFirstLastPara="1" rIns="91425" wrap="square" tIns="91425">
            <a:noAutofit/>
          </a:bodyPr>
          <a:lstStyle/>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Clr>
                <a:schemeClr val="dk1"/>
              </a:buClr>
              <a:buSzPts val="1100"/>
              <a:buFont typeface="Arial"/>
              <a:buNone/>
            </a:pPr>
            <a:r>
              <a:rPr b="1" lang="en"/>
              <a:t>Smile more</a:t>
            </a:r>
            <a:endParaRPr b="1"/>
          </a:p>
          <a:p>
            <a:pPr indent="0" lvl="0" marL="0" rtl="0" algn="l">
              <a:spcBef>
                <a:spcPts val="600"/>
              </a:spcBef>
              <a:spcAft>
                <a:spcPts val="0"/>
              </a:spcAft>
              <a:buClr>
                <a:schemeClr val="dk1"/>
              </a:buClr>
              <a:buSzPts val="1100"/>
              <a:buFont typeface="Arial"/>
              <a:buNone/>
            </a:pPr>
            <a:r>
              <a:t/>
            </a:r>
            <a:endParaRPr/>
          </a:p>
          <a:p>
            <a:pPr indent="0" lvl="0" marL="0" rtl="0" algn="ctr">
              <a:spcBef>
                <a:spcPts val="600"/>
              </a:spcBef>
              <a:spcAft>
                <a:spcPts val="0"/>
              </a:spcAft>
              <a:buClr>
                <a:schemeClr val="dk1"/>
              </a:buClr>
              <a:buSzPts val="1100"/>
              <a:buFont typeface="Arial"/>
              <a:buNone/>
            </a:pPr>
            <a:r>
              <a:rPr lang="en"/>
              <a:t>This has powerful impacts on your own mood, as well as that of others!</a:t>
            </a:r>
            <a:endParaRPr/>
          </a:p>
          <a:p>
            <a:pPr indent="0" lvl="0" marL="0" rtl="0" algn="ctr">
              <a:spcBef>
                <a:spcPts val="600"/>
              </a:spcBef>
              <a:spcAft>
                <a:spcPts val="0"/>
              </a:spcAft>
              <a:buClr>
                <a:schemeClr val="dk1"/>
              </a:buClr>
              <a:buSzPts val="1100"/>
              <a:buFont typeface="Arial"/>
              <a:buNone/>
            </a:pPr>
            <a:r>
              <a:t/>
            </a:r>
            <a:endParaRPr/>
          </a:p>
          <a:p>
            <a:pPr indent="0" lvl="0" marL="0" rtl="0" algn="ctr">
              <a:spcBef>
                <a:spcPts val="600"/>
              </a:spcBef>
              <a:spcAft>
                <a:spcPts val="0"/>
              </a:spcAft>
              <a:buClr>
                <a:schemeClr val="dk1"/>
              </a:buClr>
              <a:buSzPts val="1100"/>
              <a:buFont typeface="Arial"/>
              <a:buNone/>
            </a:pPr>
            <a:r>
              <a:t/>
            </a:r>
            <a:endParaRPr/>
          </a:p>
          <a:p>
            <a:pPr indent="0" lvl="0" marL="0" rtl="0" algn="ctr">
              <a:spcBef>
                <a:spcPts val="600"/>
              </a:spcBef>
              <a:spcAft>
                <a:spcPts val="0"/>
              </a:spcAft>
              <a:buClr>
                <a:schemeClr val="dk1"/>
              </a:buClr>
              <a:buSzPts val="1100"/>
              <a:buFont typeface="Arial"/>
              <a:buNone/>
            </a:pPr>
            <a:r>
              <a:t/>
            </a:r>
            <a:endParaRPr/>
          </a:p>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None/>
            </a:pPr>
            <a:r>
              <a:t/>
            </a:r>
            <a:endParaRPr b="1"/>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40" name="Shape 140"/>
        <p:cNvGrpSpPr/>
        <p:nvPr/>
      </p:nvGrpSpPr>
      <p:grpSpPr>
        <a:xfrm>
          <a:off x="0" y="0"/>
          <a:ext cx="0" cy="0"/>
          <a:chOff x="0" y="0"/>
          <a:chExt cx="0" cy="0"/>
        </a:xfrm>
      </p:grpSpPr>
      <p:sp>
        <p:nvSpPr>
          <p:cNvPr id="141" name="Google Shape;141;p26"/>
          <p:cNvSpPr txBox="1"/>
          <p:nvPr>
            <p:ph type="title"/>
          </p:nvPr>
        </p:nvSpPr>
        <p:spPr>
          <a:xfrm>
            <a:off x="457200" y="205978"/>
            <a:ext cx="8229600" cy="857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latin typeface="Pacifico"/>
                <a:ea typeface="Pacifico"/>
                <a:cs typeface="Pacifico"/>
                <a:sym typeface="Pacifico"/>
              </a:rPr>
              <a:t>Tip #18</a:t>
            </a:r>
            <a:endParaRPr>
              <a:latin typeface="Pacifico"/>
              <a:ea typeface="Pacifico"/>
              <a:cs typeface="Pacifico"/>
              <a:sym typeface="Pacifico"/>
            </a:endParaRPr>
          </a:p>
        </p:txBody>
      </p:sp>
      <p:sp>
        <p:nvSpPr>
          <p:cNvPr id="142" name="Google Shape;142;p26"/>
          <p:cNvSpPr txBox="1"/>
          <p:nvPr>
            <p:ph idx="1" type="body"/>
          </p:nvPr>
        </p:nvSpPr>
        <p:spPr>
          <a:xfrm>
            <a:off x="361125" y="517325"/>
            <a:ext cx="8229600" cy="4101300"/>
          </a:xfrm>
          <a:prstGeom prst="rect">
            <a:avLst/>
          </a:prstGeom>
        </p:spPr>
        <p:txBody>
          <a:bodyPr anchorCtr="0" anchor="t" bIns="91425" lIns="91425" spcFirstLastPara="1" rIns="91425" wrap="square" tIns="91425">
            <a:noAutofit/>
          </a:bodyPr>
          <a:lstStyle/>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Clr>
                <a:schemeClr val="dk1"/>
              </a:buClr>
              <a:buSzPts val="1100"/>
              <a:buFont typeface="Arial"/>
              <a:buNone/>
            </a:pPr>
            <a:r>
              <a:rPr b="1" lang="en"/>
              <a:t>Adopt confident body language</a:t>
            </a:r>
            <a:endParaRPr b="1"/>
          </a:p>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Clr>
                <a:schemeClr val="dk1"/>
              </a:buClr>
              <a:buSzPts val="1100"/>
              <a:buFont typeface="Arial"/>
              <a:buNone/>
            </a:pPr>
            <a:r>
              <a:rPr lang="en"/>
              <a:t>The same goes for body language which can change the way others see you and even stimulate the release of more testosterone and other powerful hormones.</a:t>
            </a:r>
            <a:endParaRPr/>
          </a:p>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Clr>
                <a:schemeClr val="dk1"/>
              </a:buClr>
              <a:buSzPts val="1100"/>
              <a:buFont typeface="Arial"/>
              <a:buNone/>
            </a:pPr>
            <a:r>
              <a:t/>
            </a:r>
            <a:endParaRPr/>
          </a:p>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Clr>
                <a:schemeClr val="dk1"/>
              </a:buClr>
              <a:buSzPts val="1100"/>
              <a:buFont typeface="Arial"/>
              <a:buNone/>
            </a:pPr>
            <a:r>
              <a:t/>
            </a:r>
            <a:endParaRPr/>
          </a:p>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Clr>
                <a:schemeClr val="dk1"/>
              </a:buClr>
              <a:buSzPts val="1100"/>
              <a:buFont typeface="Arial"/>
              <a:buNone/>
            </a:pPr>
            <a:r>
              <a:t/>
            </a:r>
            <a:endParaRPr b="1"/>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46" name="Shape 146"/>
        <p:cNvGrpSpPr/>
        <p:nvPr/>
      </p:nvGrpSpPr>
      <p:grpSpPr>
        <a:xfrm>
          <a:off x="0" y="0"/>
          <a:ext cx="0" cy="0"/>
          <a:chOff x="0" y="0"/>
          <a:chExt cx="0" cy="0"/>
        </a:xfrm>
      </p:grpSpPr>
      <p:sp>
        <p:nvSpPr>
          <p:cNvPr id="147" name="Google Shape;147;p27"/>
          <p:cNvSpPr txBox="1"/>
          <p:nvPr>
            <p:ph type="title"/>
          </p:nvPr>
        </p:nvSpPr>
        <p:spPr>
          <a:xfrm>
            <a:off x="457200" y="205978"/>
            <a:ext cx="8229600" cy="857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latin typeface="Pacifico"/>
                <a:ea typeface="Pacifico"/>
                <a:cs typeface="Pacifico"/>
                <a:sym typeface="Pacifico"/>
              </a:rPr>
              <a:t>Tip #19</a:t>
            </a:r>
            <a:endParaRPr>
              <a:latin typeface="Pacifico"/>
              <a:ea typeface="Pacifico"/>
              <a:cs typeface="Pacifico"/>
              <a:sym typeface="Pacifico"/>
            </a:endParaRPr>
          </a:p>
        </p:txBody>
      </p:sp>
      <p:sp>
        <p:nvSpPr>
          <p:cNvPr id="148" name="Google Shape;148;p27"/>
          <p:cNvSpPr txBox="1"/>
          <p:nvPr>
            <p:ph idx="1" type="body"/>
          </p:nvPr>
        </p:nvSpPr>
        <p:spPr>
          <a:xfrm>
            <a:off x="457200" y="446125"/>
            <a:ext cx="8229600" cy="4376400"/>
          </a:xfrm>
          <a:prstGeom prst="rect">
            <a:avLst/>
          </a:prstGeom>
        </p:spPr>
        <p:txBody>
          <a:bodyPr anchorCtr="0" anchor="t" bIns="91425" lIns="91425" spcFirstLastPara="1" rIns="91425" wrap="square" tIns="91425">
            <a:noAutofit/>
          </a:bodyPr>
          <a:lstStyle/>
          <a:p>
            <a:pPr indent="0" lvl="0" marL="0" rtl="0" algn="ctr">
              <a:spcBef>
                <a:spcPts val="600"/>
              </a:spcBef>
              <a:spcAft>
                <a:spcPts val="0"/>
              </a:spcAft>
              <a:buNone/>
            </a:pPr>
            <a:r>
              <a:t/>
            </a:r>
            <a:endParaRPr b="1"/>
          </a:p>
          <a:p>
            <a:pPr indent="0" lvl="0" marL="0" rtl="0" algn="ctr">
              <a:spcBef>
                <a:spcPts val="600"/>
              </a:spcBef>
              <a:spcAft>
                <a:spcPts val="0"/>
              </a:spcAft>
              <a:buClr>
                <a:schemeClr val="dk1"/>
              </a:buClr>
              <a:buSzPts val="1100"/>
              <a:buFont typeface="Arial"/>
              <a:buNone/>
            </a:pPr>
            <a:r>
              <a:rPr b="1" lang="en"/>
              <a:t>Practice meditation</a:t>
            </a:r>
            <a:endParaRPr b="1"/>
          </a:p>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Clr>
                <a:schemeClr val="dk1"/>
              </a:buClr>
              <a:buSzPts val="1100"/>
              <a:buFont typeface="Arial"/>
              <a:buNone/>
            </a:pPr>
            <a:r>
              <a:rPr lang="en"/>
              <a:t>Meditation gives you the focused calm to rise above your troubles.</a:t>
            </a:r>
            <a:endParaRPr/>
          </a:p>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None/>
            </a:pPr>
            <a:r>
              <a:t/>
            </a:r>
            <a:endParaRPr b="1"/>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52" name="Shape 152"/>
        <p:cNvGrpSpPr/>
        <p:nvPr/>
      </p:nvGrpSpPr>
      <p:grpSpPr>
        <a:xfrm>
          <a:off x="0" y="0"/>
          <a:ext cx="0" cy="0"/>
          <a:chOff x="0" y="0"/>
          <a:chExt cx="0" cy="0"/>
        </a:xfrm>
      </p:grpSpPr>
      <p:sp>
        <p:nvSpPr>
          <p:cNvPr id="153" name="Google Shape;153;p28"/>
          <p:cNvSpPr txBox="1"/>
          <p:nvPr>
            <p:ph type="title"/>
          </p:nvPr>
        </p:nvSpPr>
        <p:spPr>
          <a:xfrm>
            <a:off x="457200" y="165001"/>
            <a:ext cx="8229600" cy="726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latin typeface="Pacifico"/>
                <a:ea typeface="Pacifico"/>
                <a:cs typeface="Pacifico"/>
                <a:sym typeface="Pacifico"/>
              </a:rPr>
              <a:t>Tip #20</a:t>
            </a:r>
            <a:endParaRPr>
              <a:latin typeface="Pacifico"/>
              <a:ea typeface="Pacifico"/>
              <a:cs typeface="Pacifico"/>
              <a:sym typeface="Pacifico"/>
            </a:endParaRPr>
          </a:p>
        </p:txBody>
      </p:sp>
      <p:sp>
        <p:nvSpPr>
          <p:cNvPr id="154" name="Google Shape;154;p28"/>
          <p:cNvSpPr txBox="1"/>
          <p:nvPr>
            <p:ph idx="1" type="body"/>
          </p:nvPr>
        </p:nvSpPr>
        <p:spPr>
          <a:xfrm>
            <a:off x="523975" y="427300"/>
            <a:ext cx="8292900" cy="43740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Clr>
                <a:schemeClr val="dk1"/>
              </a:buClr>
              <a:buSzPts val="1100"/>
              <a:buFont typeface="Arial"/>
              <a:buNone/>
            </a:pPr>
            <a:r>
              <a:t/>
            </a:r>
            <a:endParaRPr b="1"/>
          </a:p>
          <a:p>
            <a:pPr indent="0" lvl="0" marL="0" rtl="0" algn="ctr">
              <a:spcBef>
                <a:spcPts val="600"/>
              </a:spcBef>
              <a:spcAft>
                <a:spcPts val="0"/>
              </a:spcAft>
              <a:buClr>
                <a:schemeClr val="dk1"/>
              </a:buClr>
              <a:buSzPts val="1100"/>
              <a:buFont typeface="Arial"/>
              <a:buNone/>
            </a:pPr>
            <a:r>
              <a:rPr b="1" lang="en"/>
              <a:t>Recognize the power of thoughts and beliefs</a:t>
            </a:r>
            <a:endParaRPr b="1"/>
          </a:p>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Clr>
                <a:schemeClr val="dk1"/>
              </a:buClr>
              <a:buSzPts val="1100"/>
              <a:buFont typeface="Arial"/>
              <a:buNone/>
            </a:pPr>
            <a:r>
              <a:rPr lang="en"/>
              <a:t>Finally, just know the importance of your thoughts and beliefs. These shape your behavior and the energy you put out, which has a way of shaping your entire life!</a:t>
            </a:r>
            <a:endParaRPr/>
          </a:p>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Clr>
                <a:schemeClr val="dk1"/>
              </a:buClr>
              <a:buSzPts val="1100"/>
              <a:buFont typeface="Arial"/>
              <a:buNone/>
            </a:pPr>
            <a:r>
              <a:t/>
            </a:r>
            <a:endParaRPr b="1"/>
          </a:p>
          <a:p>
            <a:pPr indent="457200" lvl="0" marL="0" rtl="0" algn="l">
              <a:spcBef>
                <a:spcPts val="600"/>
              </a:spcBef>
              <a:spcAft>
                <a:spcPts val="0"/>
              </a:spcAft>
              <a:buClr>
                <a:schemeClr val="dk1"/>
              </a:buClr>
              <a:buSzPts val="1100"/>
              <a:buFont typeface="Arial"/>
              <a:buNone/>
            </a:pPr>
            <a:r>
              <a:t/>
            </a:r>
            <a:endParaRPr/>
          </a:p>
          <a:p>
            <a:pPr indent="457200" lvl="0" marL="0" rtl="0" algn="l">
              <a:spcBef>
                <a:spcPts val="600"/>
              </a:spcBef>
              <a:spcAft>
                <a:spcPts val="0"/>
              </a:spcAft>
              <a:buClr>
                <a:schemeClr val="dk1"/>
              </a:buClr>
              <a:buSzPts val="1100"/>
              <a:buFont typeface="Arial"/>
              <a:buNone/>
            </a:pPr>
            <a:r>
              <a:t/>
            </a:r>
            <a:endParaRPr b="1"/>
          </a:p>
          <a:p>
            <a:pPr indent="457200" lvl="0" marL="0" rtl="0" algn="l">
              <a:spcBef>
                <a:spcPts val="600"/>
              </a:spcBef>
              <a:spcAft>
                <a:spcPts val="0"/>
              </a:spcAft>
              <a:buClr>
                <a:schemeClr val="dk1"/>
              </a:buClr>
              <a:buSzPts val="1100"/>
              <a:buFont typeface="Arial"/>
              <a:buNone/>
            </a:pPr>
            <a:r>
              <a:t/>
            </a:r>
            <a:endParaRPr b="1"/>
          </a:p>
          <a:p>
            <a:pPr indent="0" lvl="0" marL="0" rtl="0" algn="l">
              <a:spcBef>
                <a:spcPts val="600"/>
              </a:spcBef>
              <a:spcAft>
                <a:spcPts val="0"/>
              </a:spcAft>
              <a:buClr>
                <a:schemeClr val="dk1"/>
              </a:buClr>
              <a:buSzPts val="1100"/>
              <a:buFont typeface="Arial"/>
              <a:buNone/>
            </a:pPr>
            <a:r>
              <a:t/>
            </a:r>
            <a:endParaRPr b="1"/>
          </a:p>
          <a:p>
            <a:pPr indent="0" lvl="0" marL="0" rtl="0" algn="l">
              <a:spcBef>
                <a:spcPts val="600"/>
              </a:spcBef>
              <a:spcAft>
                <a:spcPts val="0"/>
              </a:spcAft>
              <a:buClr>
                <a:schemeClr val="dk1"/>
              </a:buClr>
              <a:buSzPts val="1100"/>
              <a:buFont typeface="Arial"/>
              <a:buNone/>
            </a:pPr>
            <a:r>
              <a:t/>
            </a:r>
            <a:endParaRPr b="1"/>
          </a:p>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Clr>
                <a:schemeClr val="dk1"/>
              </a:buClr>
              <a:buSzPts val="1100"/>
              <a:buFont typeface="Arial"/>
              <a:buNone/>
            </a:pPr>
            <a:r>
              <a:t/>
            </a:r>
            <a:endParaRPr b="1"/>
          </a:p>
          <a:p>
            <a:pPr indent="0" lvl="0" marL="0" rtl="0" algn="ctr">
              <a:spcBef>
                <a:spcPts val="600"/>
              </a:spcBef>
              <a:spcAft>
                <a:spcPts val="0"/>
              </a:spcAft>
              <a:buNone/>
            </a:pPr>
            <a:r>
              <a:t/>
            </a:r>
            <a:endParaRPr b="1"/>
          </a:p>
        </p:txBody>
      </p:sp>
    </p:spTree>
  </p:cSld>
  <p:clrMapOvr>
    <a:masterClrMapping/>
  </p:clrMapOvr>
</p:sld>
</file>

<file path=ppt/theme/theme1.xml><?xml version="1.0" encoding="utf-8"?>
<a:theme xmlns:a="http://schemas.openxmlformats.org/drawingml/2006/main" xmlns:r="http://schemas.openxmlformats.org/officeDocument/2006/relationships" name="Light Gradient">
  <a:themeElements>
    <a:clrScheme name="Custom 347">
      <a:dk1>
        <a:srgbClr val="000000"/>
      </a:dk1>
      <a:lt1>
        <a:srgbClr val="FFFFFF"/>
      </a:lt1>
      <a:dk2>
        <a:srgbClr val="666666"/>
      </a:dk2>
      <a:lt2>
        <a:srgbClr val="CCCCCC"/>
      </a:lt2>
      <a:accent1>
        <a:srgbClr val="3A81BA"/>
      </a:accent1>
      <a:accent2>
        <a:srgbClr val="D89F39"/>
      </a:accent2>
      <a:accent3>
        <a:srgbClr val="8BAB42"/>
      </a:accent3>
      <a:accent4>
        <a:srgbClr val="57A7B5"/>
      </a:accent4>
      <a:accent5>
        <a:srgbClr val="8B81D2"/>
      </a:accent5>
      <a:accent6>
        <a:srgbClr val="963334"/>
      </a:accent6>
      <a:hlink>
        <a:srgbClr val="1155CC"/>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